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89" r:id="rId5"/>
    <p:sldId id="262" r:id="rId6"/>
    <p:sldId id="260" r:id="rId7"/>
    <p:sldId id="267" r:id="rId8"/>
    <p:sldId id="28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BB165-2344-4539-AB3C-05A1A1D2D529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FE730-17D6-4FE5-8FAA-7862828E2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29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697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82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390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93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12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427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386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55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6769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4000"/>
            <a:ext cx="1219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432053"/>
            <a:ext cx="2857500" cy="7493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defRPr sz="40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54" y="1892299"/>
            <a:ext cx="11327892" cy="2260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발표 제목</a:t>
            </a:r>
            <a:r>
              <a:rPr lang="en-US" altLang="ko-KR"/>
              <a:t>]
[</a:t>
            </a:r>
            <a:r>
              <a:rPr lang="ko-KR" altLang="en-US"/>
              <a:t>부제목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54" y="4343400"/>
            <a:ext cx="11327892" cy="635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175" b="0">
                <a:solidFill>
                  <a:srgbClr val="FFFFFF"/>
                </a:solidFill>
                <a:latin typeface="맑은 고딕"/>
              </a:defRPr>
            </a:pPr>
            <a:r>
              <a:rPr lang="ko-KR" altLang="en-US"/>
              <a:t>발표 주제 또는 한 줄 소개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54" y="5930900"/>
            <a:ext cx="11327892" cy="4953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작성자 </a:t>
            </a:r>
            <a:r>
              <a:rPr lang="en-US" altLang="ko-KR"/>
              <a:t>· </a:t>
            </a:r>
            <a:r>
              <a:rPr lang="ko-KR" altLang="en-US"/>
              <a:t>소속</a:t>
            </a:r>
            <a:r>
              <a:rPr lang="en-US" altLang="ko-KR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/>
              <a:t>Contents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02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1625600"/>
            <a:ext cx="8204200" cy="508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1. [</a:t>
            </a:r>
            <a:r>
              <a:rPr lang="ko-KR" altLang="en-US"/>
              <a:t>첫 번째 주제</a:t>
            </a:r>
            <a:r>
              <a:rPr lang="en-US" altLang="ko-KR"/>
              <a:t>]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84600" y="2286000"/>
            <a:ext cx="7975600" cy="812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핵심 내용
</a:t>
            </a:r>
            <a:r>
              <a:rPr lang="en-US" altLang="ko-KR"/>
              <a:t>• </a:t>
            </a:r>
            <a:r>
              <a:rPr lang="ko-KR" altLang="en-US"/>
              <a:t>세부 내용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56000" y="3390900"/>
            <a:ext cx="8204200" cy="508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2. [</a:t>
            </a:r>
            <a:r>
              <a:rPr lang="ko-KR" altLang="en-US"/>
              <a:t>두 번째 주제</a:t>
            </a:r>
            <a:r>
              <a:rPr lang="en-US" altLang="ko-KR"/>
              <a:t>]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84600" y="3962400"/>
            <a:ext cx="7975600" cy="812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핵심 내용
</a:t>
            </a:r>
            <a:r>
              <a:rPr lang="en-US" altLang="ko-KR"/>
              <a:t>• </a:t>
            </a:r>
            <a:r>
              <a:rPr lang="ko-KR" altLang="en-US"/>
              <a:t>세부 내용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6000" y="5118100"/>
            <a:ext cx="8204200" cy="508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3. [</a:t>
            </a:r>
            <a:r>
              <a:rPr lang="ko-KR" altLang="en-US"/>
              <a:t>마지막 주제</a:t>
            </a:r>
            <a:r>
              <a:rPr lang="en-US" altLang="ko-KR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/>
              <a:t>섹션 구분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03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54" y="2717799"/>
            <a:ext cx="11327892" cy="1016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48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섹션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54" y="3962400"/>
            <a:ext cx="11327892" cy="762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2775" b="0">
                <a:solidFill>
                  <a:srgbClr val="080808"/>
                </a:solidFill>
                <a:latin typeface="맑은 고딕"/>
              </a:defRPr>
            </a:pPr>
            <a:r>
              <a:rPr lang="ko-KR" altLang="en-US"/>
              <a:t>핵심 주제 또는 소개 문구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본문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04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54" y="1803400"/>
            <a:ext cx="11327892" cy="3810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 sz="2200"/>
              <a:t>• </a:t>
            </a:r>
            <a:r>
              <a:rPr lang="ko-KR" altLang="en-US" sz="2200"/>
              <a:t>핵심 메시지
</a:t>
            </a:r>
            <a:r>
              <a:rPr lang="en-US" altLang="ko-KR" sz="2200"/>
              <a:t>• </a:t>
            </a:r>
            <a:r>
              <a:rPr lang="ko-KR" altLang="en-US" sz="2200"/>
              <a:t>근거와 필요한 설명
</a:t>
            </a:r>
            <a:r>
              <a:rPr lang="en-US" altLang="ko-KR" sz="2200"/>
              <a:t>• </a:t>
            </a:r>
            <a:r>
              <a:rPr lang="ko-KR" altLang="en-US" sz="2200"/>
              <a:t>의미가 분명한 짧은 항목
</a:t>
            </a:r>
            <a:r>
              <a:rPr lang="en-US" altLang="ko-KR" sz="2200"/>
              <a:t>• </a:t>
            </a:r>
            <a:r>
              <a:rPr lang="ko-KR" altLang="en-US" sz="2200"/>
              <a:t>보충 내용 또는 다음 단계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이미지와 설명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05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1400" y="1447800"/>
            <a:ext cx="5638546" cy="436880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7600" y="1968500"/>
            <a:ext cx="5486146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4600" y="1549400"/>
            <a:ext cx="5232146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• [</a:t>
            </a:r>
            <a:r>
              <a:rPr lang="ko-KR" altLang="en-US"/>
              <a:t>설명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0000" y="2159000"/>
            <a:ext cx="5206746" cy="34544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이미지의 핵심 내용
</a:t>
            </a:r>
            <a:r>
              <a:rPr lang="en-US" altLang="ko-KR"/>
              <a:t>• </a:t>
            </a:r>
            <a:r>
              <a:rPr lang="ko-KR" altLang="en-US"/>
              <a:t>자료에서 확인한 근거
</a:t>
            </a:r>
            <a:r>
              <a:rPr lang="en-US" altLang="ko-KR"/>
              <a:t>• </a:t>
            </a:r>
            <a:r>
              <a:rPr lang="ko-KR" altLang="en-US"/>
              <a:t>필요한 해석과 설명</a:t>
            </a:r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CF15BA-CE71-7627-DAD4-A2D7261C4697}"/>
              </a:ext>
            </a:extLst>
          </p:cNvPr>
          <p:cNvSpPr/>
          <p:nvPr/>
        </p:nvSpPr>
        <p:spPr>
          <a:xfrm>
            <a:off x="432054" y="1854200"/>
            <a:ext cx="5334000" cy="3556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>
                <a:solidFill>
                  <a:srgbClr val="444444"/>
                </a:solidFill>
                <a:latin typeface="맑은 고딕" panose="020B0503020000020004" pitchFamily="50" charset="-127"/>
              </a:rPr>
              <a:t>이미지 영역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02A09-8BA2-2273-24B0-9ACAD79A970F}"/>
              </a:ext>
            </a:extLst>
          </p:cNvPr>
          <p:cNvSpPr txBox="1"/>
          <p:nvPr/>
        </p:nvSpPr>
        <p:spPr>
          <a:xfrm>
            <a:off x="432054" y="5562600"/>
            <a:ext cx="5334000" cy="317500"/>
          </a:xfrm>
          <a:prstGeom prst="rect">
            <a:avLst/>
          </a:prstGeom>
          <a:noFill/>
        </p:spPr>
        <p:txBody>
          <a:bodyPr vert="horz" tIns="0" bIns="0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600">
                <a:latin typeface="맑은 고딕" panose="020B0503020000020004" pitchFamily="50" charset="-127"/>
              </a:rPr>
              <a:t>[</a:t>
            </a:r>
            <a:r>
              <a:rPr lang="ko-KR" altLang="en-US" sz="1600">
                <a:latin typeface="맑은 고딕" panose="020B0503020000020004" pitchFamily="50" charset="-127"/>
              </a:rPr>
              <a:t>이미지 캡션</a:t>
            </a:r>
            <a:r>
              <a:rPr lang="en-US" altLang="ko-KR" sz="1600">
                <a:latin typeface="맑은 고딕" panose="020B0503020000020004" pitchFamily="50" charset="-127"/>
              </a:rPr>
              <a:t>]</a:t>
            </a:r>
            <a:endParaRPr lang="ko-KR" altLang="en-US" sz="160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코드와 설명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06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54" y="1447800"/>
            <a:ext cx="5334000" cy="43688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4200" y="1701800"/>
            <a:ext cx="5029200" cy="3860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F8F8F2"/>
                </a:solidFill>
                <a:latin typeface="Consolas"/>
              </a:defRPr>
            </a:pPr>
            <a:r>
              <a:rPr lang="en-US" altLang="ko-KR" sz="1600"/>
              <a:t># </a:t>
            </a:r>
            <a:r>
              <a:rPr lang="ko-KR" altLang="en-US" sz="1600"/>
              <a:t>핵심 코드를 여기에 입력
</a:t>
            </a:r>
            <a:r>
              <a:rPr lang="en-US" altLang="ko-KR" sz="1600"/>
              <a:t># </a:t>
            </a:r>
            <a:r>
              <a:rPr lang="ko-KR" altLang="en-US" sz="1600"/>
              <a:t>필요한 코드나 수식만 선택
</a:t>
            </a:r>
            <a:r>
              <a:rPr lang="en-US" altLang="ko-KR" sz="1600"/>
              <a:t># </a:t>
            </a:r>
            <a:r>
              <a:rPr lang="ko-KR" altLang="en-US" sz="1600"/>
              <a:t>자세한 설명은 오른쪽에 작성</a:t>
            </a:r>
            <a:endParaRPr sz="1600"/>
          </a:p>
        </p:txBody>
      </p:sp>
      <p:sp>
        <p:nvSpPr>
          <p:cNvPr id="8" name="Rounded Rectangle 7"/>
          <p:cNvSpPr/>
          <p:nvPr/>
        </p:nvSpPr>
        <p:spPr>
          <a:xfrm>
            <a:off x="6121400" y="1447800"/>
            <a:ext cx="5638546" cy="436880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7600" y="1968500"/>
            <a:ext cx="5486146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4600" y="1549400"/>
            <a:ext cx="5232146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• [</a:t>
            </a:r>
            <a:r>
              <a:rPr lang="ko-KR" altLang="en-US"/>
              <a:t>코드 설명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0000" y="2159000"/>
            <a:ext cx="5206746" cy="34544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코드의 역할
</a:t>
            </a:r>
            <a:r>
              <a:rPr lang="en-US" altLang="ko-KR"/>
              <a:t>• </a:t>
            </a:r>
            <a:r>
              <a:rPr lang="ko-KR" altLang="en-US"/>
              <a:t>주요 처리 과정
</a:t>
            </a:r>
            <a:r>
              <a:rPr lang="en-US" altLang="ko-KR"/>
              <a:t>• </a:t>
            </a:r>
            <a:r>
              <a:rPr lang="ko-KR" altLang="en-US"/>
              <a:t>핵심 변수나 수식의 의미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표와 설명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07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19040"/>
              </p:ext>
            </p:extLst>
          </p:nvPr>
        </p:nvGraphicFramePr>
        <p:xfrm>
          <a:off x="432054" y="1447800"/>
          <a:ext cx="11327892" cy="26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7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60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en-US" altLang="ko-KR" sz="1650"/>
                        <a:t>[</a:t>
                      </a:r>
                      <a:r>
                        <a:rPr lang="ko-KR" altLang="en-US" sz="1650"/>
                        <a:t>항목</a:t>
                      </a:r>
                      <a:r>
                        <a:rPr lang="en-US" altLang="ko-KR" sz="1650"/>
                        <a:t>]</a:t>
                      </a:r>
                      <a:endParaRPr sz="1650"/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en-US" altLang="ko-KR" sz="1650"/>
                        <a:t>[</a:t>
                      </a:r>
                      <a:r>
                        <a:rPr lang="ko-KR" altLang="en-US" sz="1650"/>
                        <a:t>구분 </a:t>
                      </a:r>
                      <a:r>
                        <a:rPr lang="en-US" altLang="ko-KR" sz="1650"/>
                        <a:t>1]</a:t>
                      </a:r>
                      <a:endParaRPr sz="1650"/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en-US" altLang="ko-KR" sz="1650"/>
                        <a:t>[</a:t>
                      </a:r>
                      <a:r>
                        <a:rPr lang="ko-KR" altLang="en-US" sz="1650"/>
                        <a:t>구분 </a:t>
                      </a:r>
                      <a:r>
                        <a:rPr lang="en-US" altLang="ko-KR" sz="1650"/>
                        <a:t>2]</a:t>
                      </a:r>
                      <a:endParaRPr sz="1650"/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en-US" altLang="ko-KR" sz="1650"/>
                        <a:t>[</a:t>
                      </a:r>
                      <a:r>
                        <a:rPr lang="ko-KR" altLang="en-US" sz="1650"/>
                        <a:t>구분 </a:t>
                      </a:r>
                      <a:r>
                        <a:rPr lang="en-US" altLang="ko-KR" sz="1650"/>
                        <a:t>3]</a:t>
                      </a:r>
                      <a:endParaRPr sz="1650"/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en-US" altLang="ko-KR" sz="1650"/>
                        <a:t>[</a:t>
                      </a:r>
                      <a:r>
                        <a:rPr lang="ko-KR" altLang="en-US" sz="1650"/>
                        <a:t>구분 </a:t>
                      </a:r>
                      <a:r>
                        <a:rPr lang="en-US" altLang="ko-KR" sz="1650"/>
                        <a:t>4]</a:t>
                      </a:r>
                      <a:endParaRPr sz="1650"/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en-US" altLang="ko-KR" sz="1650"/>
                        <a:t>[</a:t>
                      </a:r>
                      <a:r>
                        <a:rPr lang="ko-KR" altLang="en-US" sz="1650"/>
                        <a:t>구분 </a:t>
                      </a:r>
                      <a:r>
                        <a:rPr lang="en-US" altLang="ko-KR" sz="1650"/>
                        <a:t>5]</a:t>
                      </a:r>
                      <a:endParaRPr sz="1650"/>
                    </a:p>
                  </a:txBody>
                  <a:tcPr anchor="ctr">
                    <a:solidFill>
                      <a:srgbClr val="1C5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0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항목 </a:t>
                      </a:r>
                      <a:r>
                        <a:rPr lang="en-US" altLang="ko-KR" sz="1650"/>
                        <a:t>1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0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항목 </a:t>
                      </a:r>
                      <a:r>
                        <a:rPr lang="en-US" altLang="ko-KR" sz="1650"/>
                        <a:t>2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0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항목 </a:t>
                      </a:r>
                      <a:r>
                        <a:rPr lang="en-US" altLang="ko-KR" sz="1650"/>
                        <a:t>3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0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항목 </a:t>
                      </a:r>
                      <a:r>
                        <a:rPr lang="en-US" altLang="ko-KR" sz="1650"/>
                        <a:t>4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0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항목 </a:t>
                      </a:r>
                      <a:r>
                        <a:rPr lang="en-US" altLang="ko-KR" sz="1650"/>
                        <a:t>5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50" b="0">
                          <a:solidFill>
                            <a:srgbClr val="080808"/>
                          </a:solidFill>
                          <a:latin typeface="맑은 고딕"/>
                        </a:defRPr>
                      </a:pPr>
                      <a:r>
                        <a:rPr lang="ko-KR" altLang="en-US" sz="1650"/>
                        <a:t>내용</a:t>
                      </a:r>
                      <a:endParaRPr sz="165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32054" y="4292600"/>
            <a:ext cx="11327892" cy="1524000"/>
          </a:xfrm>
          <a:prstGeom prst="roundRect">
            <a:avLst>
              <a:gd name="adj" fmla="val 5000"/>
            </a:avLst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8254" y="4800600"/>
            <a:ext cx="11175492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254" y="4394200"/>
            <a:ext cx="10921492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725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• [</a:t>
            </a:r>
            <a:r>
              <a:rPr lang="ko-KR" altLang="en-US"/>
              <a:t>표의 핵심 내용</a:t>
            </a:r>
            <a:r>
              <a:rPr lang="en-US" altLang="ko-KR"/>
              <a:t>]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654" y="4927600"/>
            <a:ext cx="10870692" cy="736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6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항목 대조와 주요 차이
</a:t>
            </a:r>
            <a:r>
              <a:rPr lang="en-US" altLang="ko-KR"/>
              <a:t>• </a:t>
            </a:r>
            <a:r>
              <a:rPr lang="ko-KR" altLang="en-US"/>
              <a:t>중요한 값의 의미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이미지 두 개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08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54" y="1473200"/>
            <a:ext cx="5334000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왼쪽 이미지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5946" y="1473200"/>
            <a:ext cx="5334000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오른쪽 이미지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054" y="5549900"/>
            <a:ext cx="11327892" cy="3683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이미지와 자료에서 확인한 핵심 내용</a:t>
            </a:r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E1B508-17BE-9AF5-FC27-EBC7D19B1344}"/>
              </a:ext>
            </a:extLst>
          </p:cNvPr>
          <p:cNvSpPr/>
          <p:nvPr/>
        </p:nvSpPr>
        <p:spPr>
          <a:xfrm>
            <a:off x="432054" y="1981200"/>
            <a:ext cx="5334000" cy="3302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>
                <a:solidFill>
                  <a:srgbClr val="444444"/>
                </a:solidFill>
                <a:latin typeface="맑은 고딕" panose="020B0503020000020004" pitchFamily="50" charset="-127"/>
              </a:rPr>
              <a:t>이미지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AAD82F-5F45-65C9-2C55-137A30980A05}"/>
              </a:ext>
            </a:extLst>
          </p:cNvPr>
          <p:cNvSpPr/>
          <p:nvPr/>
        </p:nvSpPr>
        <p:spPr>
          <a:xfrm>
            <a:off x="6425946" y="1981200"/>
            <a:ext cx="5334000" cy="3302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>
                <a:solidFill>
                  <a:srgbClr val="444444"/>
                </a:solidFill>
                <a:latin typeface="맑은 고딕" panose="020B0503020000020004" pitchFamily="50" charset="-127"/>
              </a:rPr>
              <a:t>이미지 영역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</Words>
  <Application>Microsoft Office PowerPoint</Application>
  <PresentationFormat>와이드스크린</PresentationFormat>
  <Paragraphs>91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김민재</cp:lastModifiedBy>
  <cp:revision>2</cp:revision>
  <dcterms:created xsi:type="dcterms:W3CDTF">2013-01-27T09:14:16Z</dcterms:created>
  <dcterms:modified xsi:type="dcterms:W3CDTF">2026-10-11T15:37:22Z</dcterms:modified>
  <cp:category/>
</cp:coreProperties>
</file>