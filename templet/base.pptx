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verBackground"/>
          <p:cNvSpPr/>
          <p:nvPr/>
        </p:nvSpPr>
        <p:spPr>
          <a:xfrm>
            <a:off x="0" y="0"/>
            <a:ext cx="12192000" cy="567690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verSeparator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ogo"/>
          <p:cNvSpPr txBox="1"/>
          <p:nvPr/>
        </p:nvSpPr>
        <p:spPr>
          <a:xfrm>
            <a:off x="190500" y="0"/>
            <a:ext cx="2857500" cy="8636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4056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5" name="CoverTitle"/>
          <p:cNvSpPr txBox="1"/>
          <p:nvPr/>
        </p:nvSpPr>
        <p:spPr>
          <a:xfrm>
            <a:off x="476250" y="1295400"/>
            <a:ext cx="11239500" cy="24130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[발표 제목]</a:t>
            </a:r>
            <a:br/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[부제목]</a:t>
            </a:r>
          </a:p>
        </p:txBody>
      </p:sp>
      <p:sp>
        <p:nvSpPr>
          <p:cNvPr id="6" name="Author"/>
          <p:cNvSpPr txBox="1"/>
          <p:nvPr/>
        </p:nvSpPr>
        <p:spPr>
          <a:xfrm>
            <a:off x="285750" y="6019800"/>
            <a:ext cx="11620500" cy="4953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[작성자 · 소속]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ContentsTitle1"/>
          <p:cNvSpPr txBox="1"/>
          <p:nvPr/>
        </p:nvSpPr>
        <p:spPr>
          <a:xfrm>
            <a:off x="4543425" y="1244600"/>
            <a:ext cx="7286625" cy="5080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56" b="1">
                <a:solidFill>
                  <a:srgbClr val="080808"/>
                </a:solidFill>
                <a:latin typeface="Pretendard"/>
                <a:ea typeface="Pretendard"/>
              </a:rPr>
              <a:t>1. [주제]</a:t>
            </a:r>
          </a:p>
        </p:txBody>
      </p:sp>
      <p:sp>
        <p:nvSpPr>
          <p:cNvPr id="7" name="ContentsBody1"/>
          <p:cNvSpPr txBox="1"/>
          <p:nvPr/>
        </p:nvSpPr>
        <p:spPr>
          <a:xfrm>
            <a:off x="4781550" y="1841500"/>
            <a:ext cx="7048500" cy="952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핵심 내용</a:t>
            </a:r>
            <a:br/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세부 내용</a:t>
            </a:r>
          </a:p>
        </p:txBody>
      </p:sp>
      <p:sp>
        <p:nvSpPr>
          <p:cNvPr id="8" name="ContentsTitle2"/>
          <p:cNvSpPr txBox="1"/>
          <p:nvPr/>
        </p:nvSpPr>
        <p:spPr>
          <a:xfrm>
            <a:off x="4543425" y="2997200"/>
            <a:ext cx="7286625" cy="5080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56" b="1">
                <a:solidFill>
                  <a:srgbClr val="080808"/>
                </a:solidFill>
                <a:latin typeface="Pretendard"/>
                <a:ea typeface="Pretendard"/>
              </a:rPr>
              <a:t>2. [주제]</a:t>
            </a:r>
          </a:p>
        </p:txBody>
      </p:sp>
      <p:sp>
        <p:nvSpPr>
          <p:cNvPr id="9" name="ContentsBody2"/>
          <p:cNvSpPr txBox="1"/>
          <p:nvPr/>
        </p:nvSpPr>
        <p:spPr>
          <a:xfrm>
            <a:off x="4781550" y="3568700"/>
            <a:ext cx="7048500" cy="952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핵심 내용</a:t>
            </a:r>
            <a:br/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세부 내용</a:t>
            </a:r>
          </a:p>
        </p:txBody>
      </p:sp>
      <p:sp>
        <p:nvSpPr>
          <p:cNvPr id="10" name="ContentsTitle3"/>
          <p:cNvSpPr txBox="1"/>
          <p:nvPr/>
        </p:nvSpPr>
        <p:spPr>
          <a:xfrm>
            <a:off x="4543425" y="4749800"/>
            <a:ext cx="7286625" cy="5080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56" b="1">
                <a:solidFill>
                  <a:srgbClr val="080808"/>
                </a:solidFill>
                <a:latin typeface="Pretendard"/>
                <a:ea typeface="Pretendard"/>
              </a:rPr>
              <a:t>3. [주제]</a:t>
            </a:r>
          </a:p>
        </p:txBody>
      </p:sp>
      <p:sp>
        <p:nvSpPr>
          <p:cNvPr id="11" name="ContentsBody3"/>
          <p:cNvSpPr txBox="1"/>
          <p:nvPr/>
        </p:nvSpPr>
        <p:spPr>
          <a:xfrm>
            <a:off x="4781550" y="5321300"/>
            <a:ext cx="7048500" cy="952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핵심 내용</a:t>
            </a:r>
            <a:br/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세부 내용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4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5" name="SectionTitle"/>
          <p:cNvSpPr txBox="1"/>
          <p:nvPr/>
        </p:nvSpPr>
        <p:spPr>
          <a:xfrm>
            <a:off x="2540000" y="2667000"/>
            <a:ext cx="7112000" cy="1079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4874" b="1">
                <a:solidFill>
                  <a:srgbClr val="080808"/>
                </a:solidFill>
                <a:latin typeface="Pretendard"/>
                <a:ea typeface="Pretendard"/>
              </a:rPr>
              <a:t>[섹션 제목]</a:t>
            </a:r>
          </a:p>
        </p:txBody>
      </p:sp>
      <p:sp>
        <p:nvSpPr>
          <p:cNvPr id="6" name="SectionSubtitle"/>
          <p:cNvSpPr txBox="1"/>
          <p:nvPr/>
        </p:nvSpPr>
        <p:spPr>
          <a:xfrm>
            <a:off x="2540000" y="3810000"/>
            <a:ext cx="7112000" cy="7112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2772" b="1">
                <a:solidFill>
                  <a:srgbClr val="080808"/>
                </a:solidFill>
                <a:latin typeface="Pretendard"/>
                <a:ea typeface="Pretendard"/>
              </a:rPr>
              <a:t>[섹션 설명]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[본문 제목]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ExplanationBox"/>
          <p:cNvSpPr/>
          <p:nvPr/>
        </p:nvSpPr>
        <p:spPr>
          <a:xfrm>
            <a:off x="257175" y="1085850"/>
            <a:ext cx="11677650" cy="52578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planationBoxInterior"/>
          <p:cNvSpPr/>
          <p:nvPr/>
        </p:nvSpPr>
        <p:spPr>
          <a:xfrm>
            <a:off x="409575" y="1238250"/>
            <a:ext cx="11372850" cy="495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ody"/>
          <p:cNvSpPr txBox="1"/>
          <p:nvPr/>
        </p:nvSpPr>
        <p:spPr>
          <a:xfrm>
            <a:off x="561975" y="1390650"/>
            <a:ext cx="11068050" cy="46482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• 핵심 메시지</a:t>
            </a:r>
            <a:br/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• 근거와 설명</a:t>
            </a:r>
            <a:br/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• 비교 결과</a:t>
            </a:r>
            <a:br/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• 결론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[이미지와 설명]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ImageSlot"/>
          <p:cNvSpPr txBox="1"/>
          <p:nvPr/>
        </p:nvSpPr>
        <p:spPr>
          <a:xfrm>
            <a:off x="342900" y="1238250"/>
            <a:ext cx="5334000" cy="48577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600" b="1">
                <a:solidFill>
                  <a:srgbClr val="080808"/>
                </a:solidFill>
                <a:latin typeface="Pretendard"/>
                <a:ea typeface="Pretendard"/>
              </a:rPr>
              <a:t>이미지 영역</a:t>
            </a:r>
          </a:p>
        </p:txBody>
      </p:sp>
      <p:sp>
        <p:nvSpPr>
          <p:cNvPr id="7" name="Panel"/>
          <p:cNvSpPr/>
          <p:nvPr/>
        </p:nvSpPr>
        <p:spPr>
          <a:xfrm>
            <a:off x="6115050" y="1266825"/>
            <a:ext cx="5715000" cy="485775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nelInterior"/>
          <p:cNvSpPr/>
          <p:nvPr/>
        </p:nvSpPr>
        <p:spPr>
          <a:xfrm>
            <a:off x="6267450" y="1781175"/>
            <a:ext cx="5410200" cy="419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anelTitle"/>
          <p:cNvSpPr txBox="1"/>
          <p:nvPr/>
        </p:nvSpPr>
        <p:spPr>
          <a:xfrm>
            <a:off x="6324600" y="1314450"/>
            <a:ext cx="5257800" cy="3810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[설명 제목]</a:t>
            </a:r>
          </a:p>
        </p:txBody>
      </p:sp>
      <p:sp>
        <p:nvSpPr>
          <p:cNvPr id="10" name="PanelBody"/>
          <p:cNvSpPr txBox="1"/>
          <p:nvPr/>
        </p:nvSpPr>
        <p:spPr>
          <a:xfrm>
            <a:off x="6419850" y="1933575"/>
            <a:ext cx="5105400" cy="38862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• 이미지의 핵심 내용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• 측정 결과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• 필요한 해석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[코드와 설명]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06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CodeBackground"/>
          <p:cNvSpPr/>
          <p:nvPr/>
        </p:nvSpPr>
        <p:spPr>
          <a:xfrm>
            <a:off x="342900" y="1285875"/>
            <a:ext cx="5334000" cy="4857750"/>
          </a:xfrm>
          <a:prstGeom prst="rect">
            <a:avLst/>
          </a:prstGeom>
          <a:solidFill>
            <a:srgbClr val="27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odeBody"/>
          <p:cNvSpPr txBox="1"/>
          <p:nvPr/>
        </p:nvSpPr>
        <p:spPr>
          <a:xfrm>
            <a:off x="495300" y="1419225"/>
            <a:ext cx="5029200" cy="45593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# 핵심 코드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# 필요한 부분만 작성</a:t>
            </a:r>
          </a:p>
        </p:txBody>
      </p:sp>
      <p:sp>
        <p:nvSpPr>
          <p:cNvPr id="8" name="Panel"/>
          <p:cNvSpPr/>
          <p:nvPr/>
        </p:nvSpPr>
        <p:spPr>
          <a:xfrm>
            <a:off x="6115050" y="1266825"/>
            <a:ext cx="5715000" cy="485775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anelInterior"/>
          <p:cNvSpPr/>
          <p:nvPr/>
        </p:nvSpPr>
        <p:spPr>
          <a:xfrm>
            <a:off x="6267450" y="1781175"/>
            <a:ext cx="5410200" cy="419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Title"/>
          <p:cNvSpPr txBox="1"/>
          <p:nvPr/>
        </p:nvSpPr>
        <p:spPr>
          <a:xfrm>
            <a:off x="6324600" y="1314450"/>
            <a:ext cx="5257800" cy="3810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[코드 설명]</a:t>
            </a:r>
          </a:p>
        </p:txBody>
      </p:sp>
      <p:sp>
        <p:nvSpPr>
          <p:cNvPr id="11" name="PanelBody"/>
          <p:cNvSpPr txBox="1"/>
          <p:nvPr/>
        </p:nvSpPr>
        <p:spPr>
          <a:xfrm>
            <a:off x="6419850" y="1933575"/>
            <a:ext cx="5105400" cy="38862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• 코드의 역할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• 주요 과정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• 결과 해석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[표와 설명]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476250" y="1162050"/>
          <a:ext cx="11239500" cy="3028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6500"/>
                <a:gridCol w="3746500"/>
                <a:gridCol w="3746500"/>
              </a:tblGrid>
              <a:tr h="504825"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[항목]</a:t>
                      </a:r>
                    </a:p>
                  </a:txBody>
                  <a:tcPr anchor="ctr" marT="45720" marB="45720" marL="91440" marR="91440">
                    <a:solidFill>
                      <a:srgbClr val="1C50B3"/>
                    </a:solidFill>
                  </a:tcPr>
                </a:tc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[항목]</a:t>
                      </a:r>
                    </a:p>
                  </a:txBody>
                  <a:tcPr anchor="ctr" marT="45720" marB="45720" marL="91440" marR="91440">
                    <a:solidFill>
                      <a:srgbClr val="1C50B3"/>
                    </a:solidFill>
                  </a:tcPr>
                </a:tc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[항목]</a:t>
                      </a:r>
                    </a:p>
                  </a:txBody>
                  <a:tcPr anchor="ctr" marT="45720" marB="45720" marL="91440" marR="91440">
                    <a:solidFill>
                      <a:srgbClr val="1C50B3"/>
                    </a:solidFill>
                  </a:tcPr>
                </a:tc>
              </a:tr>
              <a:tr h="504825"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EEF3FB"/>
                    </a:solidFill>
                  </a:tcPr>
                </a:tc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EEF3FB"/>
                    </a:solidFill>
                  </a:tcPr>
                </a:tc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EEF3FB"/>
                    </a:solidFill>
                  </a:tcPr>
                </a:tc>
              </a:tr>
              <a:tr h="504825"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EEF3FB"/>
                    </a:solidFill>
                  </a:tcPr>
                </a:tc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EEF3FB"/>
                    </a:solidFill>
                  </a:tcPr>
                </a:tc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EEF3FB"/>
                    </a:solidFill>
                  </a:tcPr>
                </a:tc>
              </a:tr>
              <a:tr h="504825"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 lIns="19050" rIns="19050" tIns="0" bIns="0"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anchor="ctr" marT="45720" marB="45720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nel"/>
          <p:cNvSpPr/>
          <p:nvPr/>
        </p:nvSpPr>
        <p:spPr>
          <a:xfrm>
            <a:off x="476250" y="4457700"/>
            <a:ext cx="11239500" cy="19812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nelInterior"/>
          <p:cNvSpPr/>
          <p:nvPr/>
        </p:nvSpPr>
        <p:spPr>
          <a:xfrm>
            <a:off x="628650" y="4972050"/>
            <a:ext cx="10934700" cy="1314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anelTitle"/>
          <p:cNvSpPr txBox="1"/>
          <p:nvPr/>
        </p:nvSpPr>
        <p:spPr>
          <a:xfrm>
            <a:off x="685800" y="4495800"/>
            <a:ext cx="10820400" cy="3810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[표의 핵심 내용]</a:t>
            </a:r>
          </a:p>
        </p:txBody>
      </p:sp>
      <p:sp>
        <p:nvSpPr>
          <p:cNvPr id="10" name="PanelBody"/>
          <p:cNvSpPr txBox="1"/>
          <p:nvPr/>
        </p:nvSpPr>
        <p:spPr>
          <a:xfrm>
            <a:off x="781050" y="5124450"/>
            <a:ext cx="10629900" cy="10096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55" b="1">
                <a:solidFill>
                  <a:srgbClr val="080808"/>
                </a:solidFill>
                <a:latin typeface="Pretendard"/>
                <a:ea typeface="Pretendard"/>
              </a:rPr>
              <a:t>• 주요 차이</a:t>
            </a:r>
            <a:br/>
            <a:r>
              <a:rPr sz="1655" b="1">
                <a:solidFill>
                  <a:srgbClr val="080808"/>
                </a:solidFill>
                <a:latin typeface="Pretendard"/>
                <a:ea typeface="Pretendard"/>
              </a:rPr>
              <a:t>• 결과의 의미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[이미지 두 개]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08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LeftTitle"/>
          <p:cNvSpPr txBox="1"/>
          <p:nvPr/>
        </p:nvSpPr>
        <p:spPr>
          <a:xfrm>
            <a:off x="342900" y="1130300"/>
            <a:ext cx="5334000" cy="406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[왼쪽 이미지 제목]</a:t>
            </a:r>
          </a:p>
        </p:txBody>
      </p:sp>
      <p:sp>
        <p:nvSpPr>
          <p:cNvPr id="7" name="RightTitle"/>
          <p:cNvSpPr txBox="1"/>
          <p:nvPr/>
        </p:nvSpPr>
        <p:spPr>
          <a:xfrm>
            <a:off x="6115050" y="1130300"/>
            <a:ext cx="5715000" cy="406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[오른쪽 이미지 제목]</a:t>
            </a:r>
          </a:p>
        </p:txBody>
      </p:sp>
      <p:sp>
        <p:nvSpPr>
          <p:cNvPr id="8" name="LeftImageSlot"/>
          <p:cNvSpPr txBox="1"/>
          <p:nvPr/>
        </p:nvSpPr>
        <p:spPr>
          <a:xfrm>
            <a:off x="342900" y="1625600"/>
            <a:ext cx="5334000" cy="43688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600" b="1">
                <a:solidFill>
                  <a:srgbClr val="080808"/>
                </a:solidFill>
                <a:latin typeface="Pretendard"/>
                <a:ea typeface="Pretendard"/>
              </a:rPr>
              <a:t>이미지 영역</a:t>
            </a:r>
          </a:p>
        </p:txBody>
      </p:sp>
      <p:sp>
        <p:nvSpPr>
          <p:cNvPr id="9" name="RightImageSlot"/>
          <p:cNvSpPr txBox="1"/>
          <p:nvPr/>
        </p:nvSpPr>
        <p:spPr>
          <a:xfrm>
            <a:off x="6115050" y="1625600"/>
            <a:ext cx="5715000" cy="43688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600" b="1">
                <a:solidFill>
                  <a:srgbClr val="080808"/>
                </a:solidFill>
                <a:latin typeface="Pretendard"/>
                <a:ea typeface="Pretendard"/>
              </a:rPr>
              <a:t>이미지 영역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342900" y="6159500"/>
            <a:ext cx="11487150" cy="3556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비교의 핵심 메시지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[한 줄 수식]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Equation"/>
          <p:cNvSpPr txBox="1"/>
          <p:nvPr/>
        </p:nvSpPr>
        <p:spPr>
          <a:xfrm>
            <a:off x="342900" y="1460500"/>
            <a:ext cx="11487150" cy="5588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[수식]</a:t>
            </a:r>
          </a:p>
        </p:txBody>
      </p:sp>
      <p:sp>
        <p:nvSpPr>
          <p:cNvPr id="7" name="ExplanationBox"/>
          <p:cNvSpPr/>
          <p:nvPr/>
        </p:nvSpPr>
        <p:spPr>
          <a:xfrm>
            <a:off x="257175" y="2413000"/>
            <a:ext cx="11677650" cy="393065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planationBoxInterior"/>
          <p:cNvSpPr/>
          <p:nvPr/>
        </p:nvSpPr>
        <p:spPr>
          <a:xfrm>
            <a:off x="409575" y="2565400"/>
            <a:ext cx="11372850" cy="36258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ody"/>
          <p:cNvSpPr txBox="1"/>
          <p:nvPr/>
        </p:nvSpPr>
        <p:spPr>
          <a:xfrm>
            <a:off x="561975" y="2717800"/>
            <a:ext cx="11068050" cy="33210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• 다음 값의 선택</a:t>
            </a:r>
            <a:br/>
            <a:br/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• 갱신 과정</a:t>
            </a:r>
            <a:br/>
            <a:br/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• 학습 결과 해석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[이미지 네 개와 비교 결과]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ImageTitle1"/>
          <p:cNvSpPr txBox="1"/>
          <p:nvPr/>
        </p:nvSpPr>
        <p:spPr>
          <a:xfrm>
            <a:off x="342900" y="1054100"/>
            <a:ext cx="2667000" cy="3556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[조건 1]</a:t>
            </a:r>
          </a:p>
        </p:txBody>
      </p:sp>
      <p:sp>
        <p:nvSpPr>
          <p:cNvPr id="7" name="ImageSlot1"/>
          <p:cNvSpPr txBox="1"/>
          <p:nvPr/>
        </p:nvSpPr>
        <p:spPr>
          <a:xfrm>
            <a:off x="342900" y="1473200"/>
            <a:ext cx="2667000" cy="27178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600" b="1">
                <a:solidFill>
                  <a:srgbClr val="080808"/>
                </a:solidFill>
                <a:latin typeface="Pretendard"/>
                <a:ea typeface="Pretendard"/>
              </a:rPr>
              <a:t>이미지 영역</a:t>
            </a:r>
          </a:p>
        </p:txBody>
      </p:sp>
      <p:sp>
        <p:nvSpPr>
          <p:cNvPr id="8" name="ImageTitle2"/>
          <p:cNvSpPr txBox="1"/>
          <p:nvPr/>
        </p:nvSpPr>
        <p:spPr>
          <a:xfrm>
            <a:off x="3214687" y="1054100"/>
            <a:ext cx="2667000" cy="3556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[조건 2]</a:t>
            </a:r>
          </a:p>
        </p:txBody>
      </p:sp>
      <p:sp>
        <p:nvSpPr>
          <p:cNvPr id="9" name="ImageSlot2"/>
          <p:cNvSpPr txBox="1"/>
          <p:nvPr/>
        </p:nvSpPr>
        <p:spPr>
          <a:xfrm>
            <a:off x="3214687" y="1473200"/>
            <a:ext cx="2667000" cy="27178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600" b="1">
                <a:solidFill>
                  <a:srgbClr val="080808"/>
                </a:solidFill>
                <a:latin typeface="Pretendard"/>
                <a:ea typeface="Pretendard"/>
              </a:rPr>
              <a:t>이미지 영역</a:t>
            </a:r>
          </a:p>
        </p:txBody>
      </p:sp>
      <p:sp>
        <p:nvSpPr>
          <p:cNvPr id="10" name="ImageTitle3"/>
          <p:cNvSpPr txBox="1"/>
          <p:nvPr/>
        </p:nvSpPr>
        <p:spPr>
          <a:xfrm>
            <a:off x="6086475" y="1054100"/>
            <a:ext cx="2667000" cy="3556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[조건 3]</a:t>
            </a:r>
          </a:p>
        </p:txBody>
      </p:sp>
      <p:sp>
        <p:nvSpPr>
          <p:cNvPr id="11" name="ImageSlot3"/>
          <p:cNvSpPr txBox="1"/>
          <p:nvPr/>
        </p:nvSpPr>
        <p:spPr>
          <a:xfrm>
            <a:off x="6086475" y="1473200"/>
            <a:ext cx="2667000" cy="27178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600" b="1">
                <a:solidFill>
                  <a:srgbClr val="080808"/>
                </a:solidFill>
                <a:latin typeface="Pretendard"/>
                <a:ea typeface="Pretendard"/>
              </a:rPr>
              <a:t>이미지 영역</a:t>
            </a:r>
          </a:p>
        </p:txBody>
      </p:sp>
      <p:sp>
        <p:nvSpPr>
          <p:cNvPr id="12" name="ImageTitle4"/>
          <p:cNvSpPr txBox="1"/>
          <p:nvPr/>
        </p:nvSpPr>
        <p:spPr>
          <a:xfrm>
            <a:off x="8958262" y="1054100"/>
            <a:ext cx="2667000" cy="3556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[조건 4]</a:t>
            </a:r>
          </a:p>
        </p:txBody>
      </p:sp>
      <p:sp>
        <p:nvSpPr>
          <p:cNvPr id="13" name="ImageSlot4"/>
          <p:cNvSpPr txBox="1"/>
          <p:nvPr/>
        </p:nvSpPr>
        <p:spPr>
          <a:xfrm>
            <a:off x="8958262" y="1473200"/>
            <a:ext cx="2667000" cy="27178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600" b="1">
                <a:solidFill>
                  <a:srgbClr val="080808"/>
                </a:solidFill>
                <a:latin typeface="Pretendard"/>
                <a:ea typeface="Pretendard"/>
              </a:rPr>
              <a:t>이미지 영역</a:t>
            </a:r>
          </a:p>
        </p:txBody>
      </p:sp>
      <p:sp>
        <p:nvSpPr>
          <p:cNvPr id="14" name="Panel"/>
          <p:cNvSpPr/>
          <p:nvPr/>
        </p:nvSpPr>
        <p:spPr>
          <a:xfrm>
            <a:off x="476250" y="4457700"/>
            <a:ext cx="11239500" cy="19812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anelInterior"/>
          <p:cNvSpPr/>
          <p:nvPr/>
        </p:nvSpPr>
        <p:spPr>
          <a:xfrm>
            <a:off x="628650" y="4972050"/>
            <a:ext cx="10934700" cy="1314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Title"/>
          <p:cNvSpPr txBox="1"/>
          <p:nvPr/>
        </p:nvSpPr>
        <p:spPr>
          <a:xfrm>
            <a:off x="685800" y="4495800"/>
            <a:ext cx="10820400" cy="3810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[같은 대상의 조건별 비교]</a:t>
            </a:r>
          </a:p>
        </p:txBody>
      </p:sp>
      <p:sp>
        <p:nvSpPr>
          <p:cNvPr id="17" name="PanelBody"/>
          <p:cNvSpPr txBox="1"/>
          <p:nvPr/>
        </p:nvSpPr>
        <p:spPr>
          <a:xfrm>
            <a:off x="781050" y="5124450"/>
            <a:ext cx="10629900" cy="10096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55" b="1">
                <a:solidFill>
                  <a:srgbClr val="080808"/>
                </a:solidFill>
                <a:latin typeface="Pretendard"/>
                <a:ea typeface="Pretendard"/>
              </a:rPr>
              <a:t>• 조건별 핵심 수치</a:t>
            </a:r>
            <a:br/>
            <a:r>
              <a:rPr sz="1655" b="1">
                <a:solidFill>
                  <a:srgbClr val="080808"/>
                </a:solidFill>
                <a:latin typeface="Pretendard"/>
                <a:ea typeface="Pretendard"/>
              </a:rPr>
              <a:t>• 비교 결과와 해석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공통 발표 템플릿 · week4 디자인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