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Background"/>
          <p:cNvSpPr/>
          <p:nvPr/>
        </p:nvSpPr>
        <p:spPr>
          <a:xfrm>
            <a:off x="0" y="0"/>
            <a:ext cx="12192000" cy="567690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Separator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"/>
          <p:cNvSpPr txBox="1"/>
          <p:nvPr/>
        </p:nvSpPr>
        <p:spPr>
          <a:xfrm>
            <a:off x="190500" y="0"/>
            <a:ext cx="2857500" cy="863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4056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5" name="CoverTitle"/>
          <p:cNvSpPr txBox="1"/>
          <p:nvPr/>
        </p:nvSpPr>
        <p:spPr>
          <a:xfrm>
            <a:off x="476250" y="1295400"/>
            <a:ext cx="11239500" cy="2413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[발표 제목]</a:t>
            </a:r>
            <a:br/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[부제목]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285750" y="6019800"/>
            <a:ext cx="11620500" cy="4953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[작성자 · 소속]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