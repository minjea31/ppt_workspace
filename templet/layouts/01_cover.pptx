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EBB165-2344-4539-AB3C-05A1A1D2D52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FE730-17D6-4FE5-8FAA-7862828E2F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290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FE730-17D6-4FE5-8FAA-7862828E2FA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4697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676900"/>
          </a:xfrm>
          <a:prstGeom prst="rect">
            <a:avLst/>
          </a:prstGeom>
          <a:solidFill>
            <a:srgbClr val="1C5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524000"/>
            <a:ext cx="121920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32054" y="432053"/>
            <a:ext cx="2857500" cy="7493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defRPr sz="4050" b="1">
                <a:solidFill>
                  <a:srgbClr val="BE1551"/>
                </a:solidFill>
                <a:latin typeface="Arial"/>
              </a:defRPr>
            </a:pPr>
            <a:r>
              <a:t>CBNU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54" y="1892299"/>
            <a:ext cx="11327892" cy="22606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5400" b="1">
                <a:solidFill>
                  <a:srgbClr val="FFFFFF"/>
                </a:solidFill>
                <a:latin typeface="맑은 고딕"/>
              </a:defRPr>
            </a:pPr>
            <a:r>
              <a:rPr lang="en-US" altLang="ko-KR"/>
              <a:t>[</a:t>
            </a:r>
            <a:r>
              <a:rPr lang="ko-KR" altLang="en-US"/>
              <a:t>발표 제목</a:t>
            </a:r>
            <a:r>
              <a:rPr lang="en-US" altLang="ko-KR"/>
              <a:t>]
[</a:t>
            </a:r>
            <a:r>
              <a:rPr lang="ko-KR" altLang="en-US"/>
              <a:t>부제목</a:t>
            </a:r>
            <a:r>
              <a:rPr lang="en-US" altLang="ko-KR"/>
              <a:t>]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54" y="4343400"/>
            <a:ext cx="11327892" cy="6350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2175" b="0">
                <a:solidFill>
                  <a:srgbClr val="FFFFFF"/>
                </a:solidFill>
                <a:latin typeface="맑은 고딕"/>
              </a:defRPr>
            </a:pPr>
            <a:r>
              <a:rPr lang="ko-KR" altLang="en-US"/>
              <a:t>발표 주제 또는 한 줄 소개</a:t>
            </a: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54" y="5930900"/>
            <a:ext cx="11327892" cy="4953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1875" b="1">
                <a:solidFill>
                  <a:srgbClr val="080808"/>
                </a:solidFill>
                <a:latin typeface="맑은 고딕"/>
              </a:defRPr>
            </a:pPr>
            <a:r>
              <a:rPr lang="en-US" altLang="ko-KR"/>
              <a:t>[</a:t>
            </a:r>
            <a:r>
              <a:rPr lang="ko-KR" altLang="en-US"/>
              <a:t>작성자 </a:t>
            </a:r>
            <a:r>
              <a:rPr lang="en-US" altLang="ko-KR"/>
              <a:t>· </a:t>
            </a:r>
            <a:r>
              <a:rPr lang="ko-KR" altLang="en-US"/>
              <a:t>소속</a:t>
            </a:r>
            <a:r>
              <a:rPr lang="en-US" altLang="ko-KR"/>
              <a:t>]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</Words>
  <Application>Microsoft Office PowerPoint</Application>
  <PresentationFormat>와이드스크린</PresentationFormat>
  <Paragraphs>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Calibri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김민재</cp:lastModifiedBy>
  <cp:revision>3</cp:revision>
  <dcterms:created xsi:type="dcterms:W3CDTF">2013-01-27T09:14:16Z</dcterms:created>
  <dcterms:modified xsi:type="dcterms:W3CDTF">2026-10-11T15:37:25Z</dcterms:modified>
  <cp:category/>
</cp:coreProperties>
</file>