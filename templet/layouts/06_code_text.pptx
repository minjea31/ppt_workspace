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[코드와 설명]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CodeBackground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Body"/>
          <p:cNvSpPr txBox="1"/>
          <p:nvPr/>
        </p:nvSpPr>
        <p:spPr>
          <a:xfrm>
            <a:off x="495300" y="1419225"/>
            <a:ext cx="5029200" cy="45593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# 핵심 코드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# 필요한 부분만 작성</a:t>
            </a:r>
          </a:p>
        </p:txBody>
      </p:sp>
      <p:sp>
        <p:nvSpPr>
          <p:cNvPr id="8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[코드 설명]</a:t>
            </a:r>
          </a:p>
        </p:txBody>
      </p:sp>
      <p:sp>
        <p:nvSpPr>
          <p:cNvPr id="11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• 코드의 역할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• 주요 과정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• 결과 해석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