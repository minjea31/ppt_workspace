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60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9EBB165-2344-4539-AB3C-05A1A1D2D529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FE730-17D6-4FE5-8FAA-7862828E2F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452907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FE730-17D6-4FE5-8FAA-7862828E2FA1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904277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193800"/>
          </a:xfrm>
          <a:prstGeom prst="rect">
            <a:avLst/>
          </a:prstGeom>
          <a:solidFill>
            <a:srgbClr val="1C50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32054" y="432054"/>
            <a:ext cx="11327892" cy="558800"/>
          </a:xfrm>
          <a:prstGeom prst="rect">
            <a:avLst/>
          </a:prstGeom>
          <a:noFill/>
        </p:spPr>
        <p:txBody>
          <a:bodyPr wrap="square" lIns="19050" tIns="0" rIns="19050" bIns="0">
            <a:no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  <a:defRPr sz="3000" b="1">
                <a:solidFill>
                  <a:srgbClr val="FFFFFF"/>
                </a:solidFill>
                <a:latin typeface="맑은 고딕"/>
              </a:defRPr>
            </a:pPr>
            <a:r>
              <a:rPr lang="en-US" altLang="ko-KR"/>
              <a:t>[</a:t>
            </a:r>
            <a:r>
              <a:rPr lang="ko-KR" altLang="en-US"/>
              <a:t>코드와 설명</a:t>
            </a:r>
            <a:r>
              <a:rPr lang="en-US" altLang="ko-KR"/>
              <a:t>]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32054" y="6197346"/>
            <a:ext cx="1016000" cy="228600"/>
          </a:xfrm>
          <a:prstGeom prst="rect">
            <a:avLst/>
          </a:prstGeom>
          <a:noFill/>
        </p:spPr>
        <p:txBody>
          <a:bodyPr wrap="square" lIns="19050" tIns="0" rIns="19050" bIns="0">
            <a:no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  <a:defRPr sz="1125" b="0">
                <a:solidFill>
                  <a:srgbClr val="777777"/>
                </a:solidFill>
                <a:latin typeface="맑은 고딕"/>
              </a:defRPr>
            </a:pPr>
            <a:r>
              <a:rPr lang="en-US" altLang="ko-KR"/>
              <a:t>06</a:t>
            </a:r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540746" y="6006845"/>
            <a:ext cx="1219200" cy="419100"/>
          </a:xfrm>
          <a:prstGeom prst="rect">
            <a:avLst/>
          </a:prstGeom>
          <a:noFill/>
        </p:spPr>
        <p:txBody>
          <a:bodyPr wrap="square" lIns="19050" tIns="0" rIns="19050" bIns="0">
            <a:noAutofit/>
          </a:bodyPr>
          <a:lstStyle/>
          <a:p>
            <a:pPr algn="r">
              <a:lnSpc>
                <a:spcPct val="130000"/>
              </a:lnSpc>
              <a:defRPr sz="2250" b="1">
                <a:solidFill>
                  <a:srgbClr val="BE1551"/>
                </a:solidFill>
                <a:latin typeface="Arial"/>
              </a:defRPr>
            </a:pPr>
            <a:r>
              <a:t>CBNU</a:t>
            </a:r>
          </a:p>
        </p:txBody>
      </p:sp>
      <p:sp>
        <p:nvSpPr>
          <p:cNvPr id="6" name="Rectangle 5"/>
          <p:cNvSpPr/>
          <p:nvPr/>
        </p:nvSpPr>
        <p:spPr>
          <a:xfrm>
            <a:off x="432054" y="1447800"/>
            <a:ext cx="5334000" cy="4368800"/>
          </a:xfrm>
          <a:prstGeom prst="rect">
            <a:avLst/>
          </a:prstGeom>
          <a:solidFill>
            <a:srgbClr val="2728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84200" y="1701800"/>
            <a:ext cx="5029200" cy="3860800"/>
          </a:xfrm>
          <a:prstGeom prst="rect">
            <a:avLst/>
          </a:prstGeom>
          <a:noFill/>
        </p:spPr>
        <p:txBody>
          <a:bodyPr wrap="square" lIns="19050" tIns="0" rIns="19050" bIns="0">
            <a:no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  <a:defRPr sz="1125" b="0">
                <a:solidFill>
                  <a:srgbClr val="F8F8F2"/>
                </a:solidFill>
                <a:latin typeface="Consolas"/>
              </a:defRPr>
            </a:pPr>
            <a:r>
              <a:rPr lang="en-US" altLang="ko-KR" sz="1600"/>
              <a:t># </a:t>
            </a:r>
            <a:r>
              <a:rPr lang="ko-KR" altLang="en-US" sz="1600"/>
              <a:t>핵심 코드를 여기에 입력
</a:t>
            </a:r>
            <a:r>
              <a:rPr lang="en-US" altLang="ko-KR" sz="1600"/>
              <a:t># </a:t>
            </a:r>
            <a:r>
              <a:rPr lang="ko-KR" altLang="en-US" sz="1600"/>
              <a:t>필요한 코드나 수식만 선택
</a:t>
            </a:r>
            <a:r>
              <a:rPr lang="en-US" altLang="ko-KR" sz="1600"/>
              <a:t># </a:t>
            </a:r>
            <a:r>
              <a:rPr lang="ko-KR" altLang="en-US" sz="1600"/>
              <a:t>자세한 설명은 오른쪽에 작성</a:t>
            </a:r>
            <a:endParaRPr sz="1600"/>
          </a:p>
        </p:txBody>
      </p:sp>
      <p:sp>
        <p:nvSpPr>
          <p:cNvPr id="8" name="Rounded Rectangle 7"/>
          <p:cNvSpPr/>
          <p:nvPr/>
        </p:nvSpPr>
        <p:spPr>
          <a:xfrm>
            <a:off x="6121400" y="1447800"/>
            <a:ext cx="5638546" cy="4368800"/>
          </a:xfrm>
          <a:prstGeom prst="roundRect">
            <a:avLst>
              <a:gd name="adj" fmla="val 5000"/>
            </a:avLst>
          </a:prstGeom>
          <a:solidFill>
            <a:srgbClr val="1C50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197600" y="1968500"/>
            <a:ext cx="5486146" cy="3771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324600" y="1549400"/>
            <a:ext cx="5232146" cy="381000"/>
          </a:xfrm>
          <a:prstGeom prst="rect">
            <a:avLst/>
          </a:prstGeom>
          <a:noFill/>
        </p:spPr>
        <p:txBody>
          <a:bodyPr wrap="square" lIns="19050" tIns="0" rIns="19050" bIns="0">
            <a:no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  <a:defRPr sz="1725" b="1">
                <a:solidFill>
                  <a:srgbClr val="FFFFFF"/>
                </a:solidFill>
                <a:latin typeface="맑은 고딕"/>
              </a:defRPr>
            </a:pPr>
            <a:r>
              <a:rPr lang="en-US" altLang="ko-KR"/>
              <a:t>• [</a:t>
            </a:r>
            <a:r>
              <a:rPr lang="ko-KR" altLang="en-US"/>
              <a:t>코드 설명 제목</a:t>
            </a:r>
            <a:r>
              <a:rPr lang="en-US" altLang="ko-KR"/>
              <a:t>]</a:t>
            </a:r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50000" y="2159000"/>
            <a:ext cx="5206746" cy="3454400"/>
          </a:xfrm>
          <a:prstGeom prst="rect">
            <a:avLst/>
          </a:prstGeom>
          <a:noFill/>
        </p:spPr>
        <p:txBody>
          <a:bodyPr wrap="square" lIns="19050" tIns="0" rIns="19050" bIns="0">
            <a:no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  <a:defRPr sz="1575" b="1">
                <a:solidFill>
                  <a:srgbClr val="080808"/>
                </a:solidFill>
                <a:latin typeface="맑은 고딕"/>
              </a:defRPr>
            </a:pPr>
            <a:r>
              <a:rPr lang="en-US" altLang="ko-KR"/>
              <a:t>• </a:t>
            </a:r>
            <a:r>
              <a:rPr lang="ko-KR" altLang="en-US"/>
              <a:t>코드의 역할
</a:t>
            </a:r>
            <a:r>
              <a:rPr lang="en-US" altLang="ko-KR"/>
              <a:t>• </a:t>
            </a:r>
            <a:r>
              <a:rPr lang="ko-KR" altLang="en-US"/>
              <a:t>주요 처리 과정
</a:t>
            </a:r>
            <a:r>
              <a:rPr lang="en-US" altLang="ko-KR"/>
              <a:t>• </a:t>
            </a:r>
            <a:r>
              <a:rPr lang="ko-KR" altLang="en-US"/>
              <a:t>핵심 변수나 수식의 의미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44</Words>
  <Application>Microsoft Office PowerPoint</Application>
  <PresentationFormat>와이드스크린</PresentationFormat>
  <Paragraphs>7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5" baseType="lpstr">
      <vt:lpstr>맑은 고딕</vt:lpstr>
      <vt:lpstr>Arial</vt:lpstr>
      <vt:lpstr>Calibri</vt:lpstr>
      <vt:lpstr>Office Theme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김민재</cp:lastModifiedBy>
  <cp:revision>3</cp:revision>
  <dcterms:created xsi:type="dcterms:W3CDTF">2013-01-27T09:14:16Z</dcterms:created>
  <dcterms:modified xsi:type="dcterms:W3CDTF">2026-10-11T15:37:28Z</dcterms:modified>
  <cp:category/>
</cp:coreProperties>
</file>