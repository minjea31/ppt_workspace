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8" r:id="rId9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Header"/>
          <p:cNvSpPr/>
          <p:nvPr/>
        </p:nvSpPr>
        <p:spPr>
          <a:xfrm>
            <a:off x="0" y="0"/>
            <a:ext cx="12192000" cy="781050"/>
          </a:xfrm>
          <a:prstGeom prst="rect">
            <a:avLst/>
          </a:prstGeom>
          <a:solidFill>
            <a:srgbClr val="1C50B3"/>
          </a:solidFill>
          <a:ln>
            <a:noFill/>
          </a:ln>
          <a:effectLst>
            <a:outerShdw blurRad="38100" dist="19050" dir="5400000" algn="ctr" rotWithShape="0">
              <a:srgbClr val="000000">
                <a:alpha val="3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age"/>
          <p:cNvSpPr txBox="1"/>
          <p:nvPr/>
        </p:nvSpPr>
        <p:spPr>
          <a:xfrm>
            <a:off x="247650" y="6553200"/>
            <a:ext cx="1016000" cy="279400"/>
          </a:xfrm>
          <a:prstGeom prst="rect">
            <a:avLst/>
          </a:prstGeom>
          <a:noFill/>
        </p:spPr>
        <p:txBody>
          <a:bodyPr wrap="square" lIns="19050" rIns="1905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128" b="1">
                <a:solidFill>
                  <a:srgbClr val="777777"/>
                </a:solidFill>
                <a:latin typeface="Pretendard"/>
                <a:ea typeface="Pretendard"/>
              </a:rPr>
              <a:t>03</a:t>
            </a:r>
          </a:p>
        </p:txBody>
      </p:sp>
      <p:sp>
        <p:nvSpPr>
          <p:cNvPr id="4" name="Logo"/>
          <p:cNvSpPr txBox="1"/>
          <p:nvPr/>
        </p:nvSpPr>
        <p:spPr>
          <a:xfrm>
            <a:off x="11163300" y="6413500"/>
            <a:ext cx="1028700" cy="444500"/>
          </a:xfrm>
          <a:prstGeom prst="rect">
            <a:avLst/>
          </a:prstGeom>
          <a:noFill/>
        </p:spPr>
        <p:txBody>
          <a:bodyPr wrap="square" lIns="19050" rIns="19050" tIns="0" bIns="0">
            <a:spAutoFit/>
          </a:bodyPr>
          <a:lstStyle/>
          <a:p>
            <a:pPr algn="r">
              <a:lnSpc>
                <a:spcPct val="130000"/>
              </a:lnSpc>
              <a:spcAft>
                <a:spcPts val="800"/>
              </a:spcAft>
            </a:pPr>
            <a:r>
              <a:rPr sz="2258" b="1">
                <a:solidFill>
                  <a:srgbClr val="BE1551"/>
                </a:solidFill>
                <a:latin typeface="Pretendard"/>
                <a:ea typeface="Pretendard"/>
              </a:rPr>
              <a:t>CBNU</a:t>
            </a:r>
          </a:p>
        </p:txBody>
      </p:sp>
      <p:sp>
        <p:nvSpPr>
          <p:cNvPr id="5" name="SectionTitle"/>
          <p:cNvSpPr txBox="1"/>
          <p:nvPr/>
        </p:nvSpPr>
        <p:spPr>
          <a:xfrm>
            <a:off x="2540000" y="2667000"/>
            <a:ext cx="7112000" cy="1079500"/>
          </a:xfrm>
          <a:prstGeom prst="rect">
            <a:avLst/>
          </a:prstGeom>
          <a:noFill/>
        </p:spPr>
        <p:txBody>
          <a:bodyPr wrap="square" lIns="19050" rIns="19050" tIns="0" bIns="0">
            <a:spAutoFit/>
          </a:bodyPr>
          <a:lstStyle/>
          <a:p>
            <a:pPr algn="ctr">
              <a:lnSpc>
                <a:spcPct val="130000"/>
              </a:lnSpc>
              <a:spcAft>
                <a:spcPts val="800"/>
              </a:spcAft>
            </a:pPr>
            <a:r>
              <a:rPr sz="4874" b="1">
                <a:solidFill>
                  <a:srgbClr val="080808"/>
                </a:solidFill>
                <a:latin typeface="Pretendard"/>
                <a:ea typeface="Pretendard"/>
              </a:rPr>
              <a:t>[섹션 제목]</a:t>
            </a:r>
          </a:p>
        </p:txBody>
      </p:sp>
      <p:sp>
        <p:nvSpPr>
          <p:cNvPr id="6" name="SectionSubtitle"/>
          <p:cNvSpPr txBox="1"/>
          <p:nvPr/>
        </p:nvSpPr>
        <p:spPr>
          <a:xfrm>
            <a:off x="2540000" y="3810000"/>
            <a:ext cx="7112000" cy="711200"/>
          </a:xfrm>
          <a:prstGeom prst="rect">
            <a:avLst/>
          </a:prstGeom>
          <a:noFill/>
        </p:spPr>
        <p:txBody>
          <a:bodyPr wrap="square" lIns="19050" rIns="19050" tIns="0" bIns="0">
            <a:spAutoFit/>
          </a:bodyPr>
          <a:lstStyle/>
          <a:p>
            <a:pPr algn="ctr">
              <a:lnSpc>
                <a:spcPct val="130000"/>
              </a:lnSpc>
              <a:spcAft>
                <a:spcPts val="800"/>
              </a:spcAft>
            </a:pPr>
            <a:r>
              <a:rPr sz="2772" b="1">
                <a:solidFill>
                  <a:srgbClr val="080808"/>
                </a:solidFill>
                <a:latin typeface="Pretendard"/>
                <a:ea typeface="Pretendard"/>
              </a:rPr>
              <a:t>[섹션 설명]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공통 발표 템플릿 · week4 디자인</dc:title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  <dc:language>ko-KR</dc:language>
</cp:coreProperties>
</file>