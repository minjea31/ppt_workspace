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[한 줄 수식]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quation"/>
          <p:cNvSpPr txBox="1"/>
          <p:nvPr/>
        </p:nvSpPr>
        <p:spPr>
          <a:xfrm>
            <a:off x="342900" y="1460500"/>
            <a:ext cx="11487150" cy="5588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[수식]</a:t>
            </a:r>
          </a:p>
        </p:txBody>
      </p:sp>
      <p:sp>
        <p:nvSpPr>
          <p:cNvPr id="7" name="ExplanationBox"/>
          <p:cNvSpPr/>
          <p:nvPr/>
        </p:nvSpPr>
        <p:spPr>
          <a:xfrm>
            <a:off x="257175" y="2413000"/>
            <a:ext cx="11677650" cy="39306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lanationBoxInterior"/>
          <p:cNvSpPr/>
          <p:nvPr/>
        </p:nvSpPr>
        <p:spPr>
          <a:xfrm>
            <a:off x="409575" y="2565400"/>
            <a:ext cx="11372850" cy="3625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"/>
          <p:cNvSpPr txBox="1"/>
          <p:nvPr/>
        </p:nvSpPr>
        <p:spPr>
          <a:xfrm>
            <a:off x="561975" y="2717800"/>
            <a:ext cx="11068050" cy="33210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• 다음 값의 선택</a:t>
            </a:r>
            <a:br/>
            <a:br/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• 갱신 과정</a:t>
            </a:r>
            <a:br/>
            <a:br/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• 학습 결과 해석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공통 발표 템플릿 · week4 디자인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ko-KR</dc:language>
</cp:coreProperties>
</file>