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BB165-2344-4539-AB3C-05A1A1D2D52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FE730-17D6-4FE5-8FAA-7862828E2F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290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FE730-17D6-4FE5-8FAA-7862828E2FA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8386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93800"/>
          </a:xfrm>
          <a:prstGeom prst="rect">
            <a:avLst/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54" y="432054"/>
            <a:ext cx="11327892" cy="5588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rPr lang="en-US" altLang="ko-KR"/>
              <a:t>[</a:t>
            </a:r>
            <a:r>
              <a:rPr lang="ko-KR" altLang="en-US"/>
              <a:t>표와 설명</a:t>
            </a:r>
            <a:r>
              <a:rPr lang="en-US" altLang="ko-KR"/>
              <a:t>]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54" y="6197346"/>
            <a:ext cx="1016000" cy="2286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125" b="0">
                <a:solidFill>
                  <a:srgbClr val="777777"/>
                </a:solidFill>
                <a:latin typeface="맑은 고딕"/>
              </a:defRPr>
            </a:pPr>
            <a:r>
              <a:rPr lang="en-US" altLang="ko-KR"/>
              <a:t>07</a:t>
            </a: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40746" y="6006845"/>
            <a:ext cx="1219200" cy="4191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r">
              <a:lnSpc>
                <a:spcPct val="130000"/>
              </a:lnSpc>
              <a:defRPr sz="2250" b="1">
                <a:solidFill>
                  <a:srgbClr val="BE1551"/>
                </a:solidFill>
                <a:latin typeface="Arial"/>
              </a:defRPr>
            </a:pPr>
            <a:r>
              <a:t>CBNU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19040"/>
              </p:ext>
            </p:extLst>
          </p:nvPr>
        </p:nvGraphicFramePr>
        <p:xfrm>
          <a:off x="432054" y="1447800"/>
          <a:ext cx="11327892" cy="261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9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7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7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7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7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87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6033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lang="en-US" altLang="ko-KR" sz="1650"/>
                        <a:t>[</a:t>
                      </a:r>
                      <a:r>
                        <a:rPr lang="ko-KR" altLang="en-US" sz="1650"/>
                        <a:t>항목</a:t>
                      </a:r>
                      <a:r>
                        <a:rPr lang="en-US" altLang="ko-KR" sz="1650"/>
                        <a:t>]</a:t>
                      </a:r>
                      <a:endParaRPr sz="1650"/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lang="en-US" altLang="ko-KR" sz="1650"/>
                        <a:t>[</a:t>
                      </a:r>
                      <a:r>
                        <a:rPr lang="ko-KR" altLang="en-US" sz="1650"/>
                        <a:t>구분 </a:t>
                      </a:r>
                      <a:r>
                        <a:rPr lang="en-US" altLang="ko-KR" sz="1650"/>
                        <a:t>1]</a:t>
                      </a:r>
                      <a:endParaRPr sz="1650"/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lang="en-US" altLang="ko-KR" sz="1650"/>
                        <a:t>[</a:t>
                      </a:r>
                      <a:r>
                        <a:rPr lang="ko-KR" altLang="en-US" sz="1650"/>
                        <a:t>구분 </a:t>
                      </a:r>
                      <a:r>
                        <a:rPr lang="en-US" altLang="ko-KR" sz="1650"/>
                        <a:t>2]</a:t>
                      </a:r>
                      <a:endParaRPr sz="1650"/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lang="en-US" altLang="ko-KR" sz="1650"/>
                        <a:t>[</a:t>
                      </a:r>
                      <a:r>
                        <a:rPr lang="ko-KR" altLang="en-US" sz="1650"/>
                        <a:t>구분 </a:t>
                      </a:r>
                      <a:r>
                        <a:rPr lang="en-US" altLang="ko-KR" sz="1650"/>
                        <a:t>3]</a:t>
                      </a:r>
                      <a:endParaRPr sz="1650"/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lang="en-US" altLang="ko-KR" sz="1650"/>
                        <a:t>[</a:t>
                      </a:r>
                      <a:r>
                        <a:rPr lang="ko-KR" altLang="en-US" sz="1650"/>
                        <a:t>구분 </a:t>
                      </a:r>
                      <a:r>
                        <a:rPr lang="en-US" altLang="ko-KR" sz="1650"/>
                        <a:t>4]</a:t>
                      </a:r>
                      <a:endParaRPr sz="1650"/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rPr lang="en-US" altLang="ko-KR" sz="1650"/>
                        <a:t>[</a:t>
                      </a:r>
                      <a:r>
                        <a:rPr lang="ko-KR" altLang="en-US" sz="1650"/>
                        <a:t>구분 </a:t>
                      </a:r>
                      <a:r>
                        <a:rPr lang="en-US" altLang="ko-KR" sz="1650"/>
                        <a:t>5]</a:t>
                      </a:r>
                      <a:endParaRPr sz="1650"/>
                    </a:p>
                  </a:txBody>
                  <a:tcPr anchor="ctr">
                    <a:solidFill>
                      <a:srgbClr val="1C5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033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항목 </a:t>
                      </a:r>
                      <a:r>
                        <a:rPr lang="en-US" altLang="ko-KR" sz="1650"/>
                        <a:t>1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033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항목 </a:t>
                      </a:r>
                      <a:r>
                        <a:rPr lang="en-US" altLang="ko-KR" sz="1650"/>
                        <a:t>2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033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항목 </a:t>
                      </a:r>
                      <a:r>
                        <a:rPr lang="en-US" altLang="ko-KR" sz="1650"/>
                        <a:t>3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033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항목 </a:t>
                      </a:r>
                      <a:r>
                        <a:rPr lang="en-US" altLang="ko-KR" sz="1650"/>
                        <a:t>4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033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항목 </a:t>
                      </a:r>
                      <a:r>
                        <a:rPr lang="en-US" altLang="ko-KR" sz="1650"/>
                        <a:t>5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50" b="0">
                          <a:solidFill>
                            <a:srgbClr val="080808"/>
                          </a:solidFill>
                          <a:latin typeface="맑은 고딕"/>
                        </a:defRPr>
                      </a:pPr>
                      <a:r>
                        <a:rPr lang="ko-KR" altLang="en-US" sz="1650"/>
                        <a:t>내용</a:t>
                      </a:r>
                      <a:endParaRPr sz="165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32054" y="4292600"/>
            <a:ext cx="11327892" cy="1524000"/>
          </a:xfrm>
          <a:prstGeom prst="roundRect">
            <a:avLst>
              <a:gd name="adj" fmla="val 5000"/>
            </a:avLst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8254" y="4800600"/>
            <a:ext cx="11175492" cy="93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254" y="4394200"/>
            <a:ext cx="10921492" cy="3810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725" b="1">
                <a:solidFill>
                  <a:srgbClr val="FFFFFF"/>
                </a:solidFill>
                <a:latin typeface="맑은 고딕"/>
              </a:defRPr>
            </a:pPr>
            <a:r>
              <a:rPr lang="en-US" altLang="ko-KR"/>
              <a:t>• [</a:t>
            </a:r>
            <a:r>
              <a:rPr lang="ko-KR" altLang="en-US"/>
              <a:t>표의 핵심 내용</a:t>
            </a:r>
            <a:r>
              <a:rPr lang="en-US" altLang="ko-KR"/>
              <a:t>]</a:t>
            </a: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0654" y="4927600"/>
            <a:ext cx="10870692" cy="7366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650" b="1">
                <a:solidFill>
                  <a:srgbClr val="080808"/>
                </a:solidFill>
                <a:latin typeface="맑은 고딕"/>
              </a:defRPr>
            </a:pPr>
            <a:r>
              <a:rPr lang="en-US" altLang="ko-KR"/>
              <a:t>• </a:t>
            </a:r>
            <a:r>
              <a:rPr lang="ko-KR" altLang="en-US"/>
              <a:t>항목 대조와 주요 차이
</a:t>
            </a:r>
            <a:r>
              <a:rPr lang="en-US" altLang="ko-KR"/>
              <a:t>• </a:t>
            </a:r>
            <a:r>
              <a:rPr lang="ko-KR" altLang="en-US"/>
              <a:t>중요한 값의 의미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81</Words>
  <Application>Microsoft Office PowerPoint</Application>
  <PresentationFormat>와이드스크린</PresentationFormat>
  <Paragraphs>42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김민재</cp:lastModifiedBy>
  <cp:revision>3</cp:revision>
  <dcterms:created xsi:type="dcterms:W3CDTF">2013-01-27T09:14:16Z</dcterms:created>
  <dcterms:modified xsi:type="dcterms:W3CDTF">2026-10-11T15:37:29Z</dcterms:modified>
  <cp:category/>
</cp:coreProperties>
</file>