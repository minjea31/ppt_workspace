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[표와 설명]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6500"/>
                <a:gridCol w="3746500"/>
                <a:gridCol w="3746500"/>
              </a:tblGrid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[항목]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[항목]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[항목]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내용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[표의 핵심 내용]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주요 차이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결과의 의미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발표 템플릿 · week4 디자인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ko-KR</dc:language>
</cp:coreProperties>
</file>