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2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EBB165-2344-4539-AB3C-05A1A1D2D52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FE730-17D6-4FE5-8FAA-7862828E2F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290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FE730-17D6-4FE5-8FAA-7862828E2FA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1229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193800"/>
          </a:xfrm>
          <a:prstGeom prst="rect">
            <a:avLst/>
          </a:prstGeom>
          <a:solidFill>
            <a:srgbClr val="1C5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54" y="432054"/>
            <a:ext cx="11327892" cy="5588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rPr lang="en-US" altLang="ko-KR"/>
              <a:t>[</a:t>
            </a:r>
            <a:r>
              <a:rPr lang="ko-KR" altLang="en-US"/>
              <a:t>이미지와 설명</a:t>
            </a:r>
            <a:r>
              <a:rPr lang="en-US" altLang="ko-KR"/>
              <a:t>]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32054" y="6197346"/>
            <a:ext cx="1016000" cy="2286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1125" b="0">
                <a:solidFill>
                  <a:srgbClr val="777777"/>
                </a:solidFill>
                <a:latin typeface="맑은 고딕"/>
              </a:defRPr>
            </a:pPr>
            <a:r>
              <a:rPr lang="en-US" altLang="ko-KR"/>
              <a:t>05</a:t>
            </a: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40746" y="6006845"/>
            <a:ext cx="1219200" cy="4191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r">
              <a:lnSpc>
                <a:spcPct val="130000"/>
              </a:lnSpc>
              <a:defRPr sz="2250" b="1">
                <a:solidFill>
                  <a:srgbClr val="BE1551"/>
                </a:solidFill>
                <a:latin typeface="Arial"/>
              </a:defRPr>
            </a:pPr>
            <a:r>
              <a:t>CBNU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1400" y="1447800"/>
            <a:ext cx="5638546" cy="4368800"/>
          </a:xfrm>
          <a:prstGeom prst="roundRect">
            <a:avLst>
              <a:gd name="adj" fmla="val 5000"/>
            </a:avLst>
          </a:prstGeom>
          <a:solidFill>
            <a:srgbClr val="1C5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197600" y="1968500"/>
            <a:ext cx="5486146" cy="377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24600" y="1549400"/>
            <a:ext cx="5232146" cy="3810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1725" b="1">
                <a:solidFill>
                  <a:srgbClr val="FFFFFF"/>
                </a:solidFill>
                <a:latin typeface="맑은 고딕"/>
              </a:defRPr>
            </a:pPr>
            <a:r>
              <a:rPr lang="en-US" altLang="ko-KR"/>
              <a:t>• [</a:t>
            </a:r>
            <a:r>
              <a:rPr lang="ko-KR" altLang="en-US"/>
              <a:t>설명 제목</a:t>
            </a:r>
            <a:r>
              <a:rPr lang="en-US" altLang="ko-KR"/>
              <a:t>]</a:t>
            </a: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0000" y="2159000"/>
            <a:ext cx="5206746" cy="34544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1575" b="1">
                <a:solidFill>
                  <a:srgbClr val="080808"/>
                </a:solidFill>
                <a:latin typeface="맑은 고딕"/>
              </a:defRPr>
            </a:pPr>
            <a:r>
              <a:rPr lang="en-US" altLang="ko-KR"/>
              <a:t>• </a:t>
            </a:r>
            <a:r>
              <a:rPr lang="ko-KR" altLang="en-US"/>
              <a:t>이미지의 핵심 내용
</a:t>
            </a:r>
            <a:r>
              <a:rPr lang="en-US" altLang="ko-KR"/>
              <a:t>• </a:t>
            </a:r>
            <a:r>
              <a:rPr lang="ko-KR" altLang="en-US"/>
              <a:t>자료에서 확인한 근거
</a:t>
            </a:r>
            <a:r>
              <a:rPr lang="en-US" altLang="ko-KR"/>
              <a:t>• </a:t>
            </a:r>
            <a:r>
              <a:rPr lang="ko-KR" altLang="en-US"/>
              <a:t>필요한 해석과 설명</a:t>
            </a:r>
            <a:endParaRPr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2CF15BA-CE71-7627-DAD4-A2D7261C4697}"/>
              </a:ext>
            </a:extLst>
          </p:cNvPr>
          <p:cNvSpPr/>
          <p:nvPr/>
        </p:nvSpPr>
        <p:spPr>
          <a:xfrm>
            <a:off x="432054" y="1854200"/>
            <a:ext cx="5334000" cy="3556000"/>
          </a:xfrm>
          <a:prstGeom prst="rect">
            <a:avLst/>
          </a:prstGeom>
          <a:gradFill flip="none" rotWithShape="1">
            <a:gsLst>
              <a:gs pos="0">
                <a:srgbClr val="F5F5F5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>
                <a:solidFill>
                  <a:srgbClr val="444444"/>
                </a:solidFill>
                <a:latin typeface="맑은 고딕" panose="020B0503020000020004" pitchFamily="50" charset="-127"/>
              </a:rPr>
              <a:t>이미지 영역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F02A09-8BA2-2273-24B0-9ACAD79A970F}"/>
              </a:ext>
            </a:extLst>
          </p:cNvPr>
          <p:cNvSpPr txBox="1"/>
          <p:nvPr/>
        </p:nvSpPr>
        <p:spPr>
          <a:xfrm>
            <a:off x="432054" y="5562600"/>
            <a:ext cx="5334000" cy="317500"/>
          </a:xfrm>
          <a:prstGeom prst="rect">
            <a:avLst/>
          </a:prstGeom>
          <a:noFill/>
        </p:spPr>
        <p:txBody>
          <a:bodyPr vert="horz" tIns="0" bIns="0" rtlCol="0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600">
                <a:latin typeface="맑은 고딕" panose="020B0503020000020004" pitchFamily="50" charset="-127"/>
              </a:rPr>
              <a:t>[</a:t>
            </a:r>
            <a:r>
              <a:rPr lang="ko-KR" altLang="en-US" sz="1600">
                <a:latin typeface="맑은 고딕" panose="020B0503020000020004" pitchFamily="50" charset="-127"/>
              </a:rPr>
              <a:t>이미지 캡션</a:t>
            </a:r>
            <a:r>
              <a:rPr lang="en-US" altLang="ko-KR" sz="1600">
                <a:latin typeface="맑은 고딕" panose="020B0503020000020004" pitchFamily="50" charset="-127"/>
              </a:rPr>
              <a:t>]</a:t>
            </a:r>
            <a:endParaRPr lang="ko-KR" altLang="en-US" sz="1600">
              <a:latin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</Words>
  <Application>Microsoft Office PowerPoint</Application>
  <PresentationFormat>와이드스크린</PresentationFormat>
  <Paragraphs>8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Calibri</vt:lpstr>
      <vt:lpstr>Office Theme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김민재</cp:lastModifiedBy>
  <cp:revision>3</cp:revision>
  <dcterms:created xsi:type="dcterms:W3CDTF">2013-01-27T09:14:16Z</dcterms:created>
  <dcterms:modified xsi:type="dcterms:W3CDTF">2026-10-11T15:37:27Z</dcterms:modified>
  <cp:category/>
</cp:coreProperties>
</file>