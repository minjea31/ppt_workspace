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[이미지와 설명]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Slot"/>
          <p:cNvSpPr txBox="1"/>
          <p:nvPr/>
        </p:nvSpPr>
        <p:spPr>
          <a:xfrm>
            <a:off x="342900" y="1238250"/>
            <a:ext cx="5334000" cy="4857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080808"/>
                </a:solidFill>
                <a:latin typeface="Pretendard"/>
                <a:ea typeface="Pretendard"/>
              </a:rPr>
              <a:t>이미지 영역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[설명 제목]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이미지의 핵심 내용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측정 결과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필요한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