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BB165-2344-4539-AB3C-05A1A1D2D529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FE730-17D6-4FE5-8FAA-7862828E2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29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082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54" y="432054"/>
            <a:ext cx="11327892" cy="558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en-US"/>
              <a:t>Contents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6197346"/>
            <a:ext cx="1016000" cy="228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rPr lang="en-US" altLang="ko-KR"/>
              <a:t>02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0746" y="6006845"/>
            <a:ext cx="1219200" cy="4191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r">
              <a:lnSpc>
                <a:spcPct val="130000"/>
              </a:lnSpc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1625600"/>
            <a:ext cx="8204200" cy="508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2250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1. [</a:t>
            </a:r>
            <a:r>
              <a:rPr lang="ko-KR" altLang="en-US"/>
              <a:t>첫 번째 주제</a:t>
            </a:r>
            <a:r>
              <a:rPr lang="en-US" altLang="ko-KR"/>
              <a:t>]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84600" y="2286000"/>
            <a:ext cx="7975600" cy="812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• </a:t>
            </a:r>
            <a:r>
              <a:rPr lang="ko-KR" altLang="en-US"/>
              <a:t>핵심 내용
</a:t>
            </a:r>
            <a:r>
              <a:rPr lang="en-US" altLang="ko-KR"/>
              <a:t>• </a:t>
            </a:r>
            <a:r>
              <a:rPr lang="ko-KR" altLang="en-US"/>
              <a:t>세부 내용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56000" y="3390900"/>
            <a:ext cx="8204200" cy="508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2250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2. [</a:t>
            </a:r>
            <a:r>
              <a:rPr lang="ko-KR" altLang="en-US"/>
              <a:t>두 번째 주제</a:t>
            </a:r>
            <a:r>
              <a:rPr lang="en-US" altLang="ko-KR"/>
              <a:t>]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84600" y="3962400"/>
            <a:ext cx="7975600" cy="812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800" b="0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• </a:t>
            </a:r>
            <a:r>
              <a:rPr lang="ko-KR" altLang="en-US"/>
              <a:t>핵심 내용
</a:t>
            </a:r>
            <a:r>
              <a:rPr lang="en-US" altLang="ko-KR"/>
              <a:t>• </a:t>
            </a:r>
            <a:r>
              <a:rPr lang="ko-KR" altLang="en-US"/>
              <a:t>세부 내용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6000" y="5118100"/>
            <a:ext cx="8204200" cy="508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2250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/>
              <a:t>3. [</a:t>
            </a:r>
            <a:r>
              <a:rPr lang="ko-KR" altLang="en-US"/>
              <a:t>마지막 주제</a:t>
            </a:r>
            <a:r>
              <a:rPr lang="en-US" altLang="ko-KR"/>
              <a:t>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</Words>
  <Application>Microsoft Office PowerPoint</Application>
  <PresentationFormat>와이드스크린</PresentationFormat>
  <Paragraphs>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김민재</cp:lastModifiedBy>
  <cp:revision>3</cp:revision>
  <dcterms:created xsi:type="dcterms:W3CDTF">2013-01-27T09:14:16Z</dcterms:created>
  <dcterms:modified xsi:type="dcterms:W3CDTF">2026-10-11T15:37:25Z</dcterms:modified>
  <cp:category/>
</cp:coreProperties>
</file>