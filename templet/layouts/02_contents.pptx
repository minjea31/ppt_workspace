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ContentsTitle1"/>
          <p:cNvSpPr txBox="1"/>
          <p:nvPr/>
        </p:nvSpPr>
        <p:spPr>
          <a:xfrm>
            <a:off x="4543425" y="1244600"/>
            <a:ext cx="7286625" cy="5080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56" b="1">
                <a:solidFill>
                  <a:srgbClr val="080808"/>
                </a:solidFill>
                <a:latin typeface="Pretendard"/>
                <a:ea typeface="Pretendard"/>
              </a:rPr>
              <a:t>1. [주제]</a:t>
            </a:r>
          </a:p>
        </p:txBody>
      </p:sp>
      <p:sp>
        <p:nvSpPr>
          <p:cNvPr id="7" name="ContentsBody1"/>
          <p:cNvSpPr txBox="1"/>
          <p:nvPr/>
        </p:nvSpPr>
        <p:spPr>
          <a:xfrm>
            <a:off x="4781550" y="1841500"/>
            <a:ext cx="7048500" cy="952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핵심 내용</a:t>
            </a:r>
            <a:br/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세부 내용</a:t>
            </a:r>
          </a:p>
        </p:txBody>
      </p:sp>
      <p:sp>
        <p:nvSpPr>
          <p:cNvPr id="8" name="ContentsTitle2"/>
          <p:cNvSpPr txBox="1"/>
          <p:nvPr/>
        </p:nvSpPr>
        <p:spPr>
          <a:xfrm>
            <a:off x="4543425" y="2997200"/>
            <a:ext cx="7286625" cy="5080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56" b="1">
                <a:solidFill>
                  <a:srgbClr val="080808"/>
                </a:solidFill>
                <a:latin typeface="Pretendard"/>
                <a:ea typeface="Pretendard"/>
              </a:rPr>
              <a:t>2. [주제]</a:t>
            </a:r>
          </a:p>
        </p:txBody>
      </p:sp>
      <p:sp>
        <p:nvSpPr>
          <p:cNvPr id="9" name="ContentsBody2"/>
          <p:cNvSpPr txBox="1"/>
          <p:nvPr/>
        </p:nvSpPr>
        <p:spPr>
          <a:xfrm>
            <a:off x="4781550" y="3568700"/>
            <a:ext cx="7048500" cy="952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핵심 내용</a:t>
            </a:r>
            <a:br/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세부 내용</a:t>
            </a:r>
          </a:p>
        </p:txBody>
      </p:sp>
      <p:sp>
        <p:nvSpPr>
          <p:cNvPr id="10" name="ContentsTitle3"/>
          <p:cNvSpPr txBox="1"/>
          <p:nvPr/>
        </p:nvSpPr>
        <p:spPr>
          <a:xfrm>
            <a:off x="4543425" y="4749800"/>
            <a:ext cx="7286625" cy="5080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56" b="1">
                <a:solidFill>
                  <a:srgbClr val="080808"/>
                </a:solidFill>
                <a:latin typeface="Pretendard"/>
                <a:ea typeface="Pretendard"/>
              </a:rPr>
              <a:t>3. [주제]</a:t>
            </a:r>
          </a:p>
        </p:txBody>
      </p:sp>
      <p:sp>
        <p:nvSpPr>
          <p:cNvPr id="11" name="ContentsBody3"/>
          <p:cNvSpPr txBox="1"/>
          <p:nvPr/>
        </p:nvSpPr>
        <p:spPr>
          <a:xfrm>
            <a:off x="4781550" y="5321300"/>
            <a:ext cx="7048500" cy="952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핵심 내용</a:t>
            </a:r>
            <a:br/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세부 내용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공통 발표 템플릿 · week4 디자인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ko-KR</dc:language>
</cp:coreProperties>
</file>