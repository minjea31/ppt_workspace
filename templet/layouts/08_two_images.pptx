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"/>
          <p:cNvSpPr/>
          <p:nvPr/>
        </p:nvSpPr>
        <p:spPr>
          <a:xfrm>
            <a:off x="0" y="0"/>
            <a:ext cx="12192000" cy="781050"/>
          </a:xfrm>
          <a:prstGeom prst="rect">
            <a:avLst/>
          </a:prstGeom>
          <a:solidFill>
            <a:srgbClr val="1C50B3"/>
          </a:solidFill>
          <a:ln>
            <a:noFill/>
          </a:ln>
          <a:effectLst>
            <a:outerShdw blurRad="38100" dist="19050" dir="5400000" algn="ctr" rotWithShape="0">
              <a:srgbClr val="000000">
                <a:alpha val="3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257175" y="38100"/>
            <a:ext cx="11677650" cy="66675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</a:rPr>
              <a:t>[이미지 두 개]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247650" y="6553200"/>
            <a:ext cx="1016000" cy="2794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28" b="1">
                <a:solidFill>
                  <a:srgbClr val="777777"/>
                </a:solidFill>
                <a:latin typeface="Pretendard"/>
                <a:ea typeface="Pretendard"/>
              </a:rPr>
              <a:t>08</a:t>
            </a:r>
          </a:p>
        </p:txBody>
      </p:sp>
      <p:sp>
        <p:nvSpPr>
          <p:cNvPr id="5" name="Logo"/>
          <p:cNvSpPr txBox="1"/>
          <p:nvPr/>
        </p:nvSpPr>
        <p:spPr>
          <a:xfrm>
            <a:off x="11163300" y="6413500"/>
            <a:ext cx="1028700" cy="4445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800"/>
              </a:spcAft>
            </a:pPr>
            <a:r>
              <a:rPr sz="2258" b="1">
                <a:solidFill>
                  <a:srgbClr val="BE1551"/>
                </a:solidFill>
                <a:latin typeface="Pretendard"/>
                <a:ea typeface="Pretendard"/>
              </a:rPr>
              <a:t>CBNU</a:t>
            </a:r>
          </a:p>
        </p:txBody>
      </p:sp>
      <p:sp>
        <p:nvSpPr>
          <p:cNvPr id="6" name="LeftTitle"/>
          <p:cNvSpPr txBox="1"/>
          <p:nvPr/>
        </p:nvSpPr>
        <p:spPr>
          <a:xfrm>
            <a:off x="342900" y="1130300"/>
            <a:ext cx="5334000" cy="4064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[왼쪽 이미지 제목]</a:t>
            </a:r>
          </a:p>
        </p:txBody>
      </p:sp>
      <p:sp>
        <p:nvSpPr>
          <p:cNvPr id="7" name="RightTitle"/>
          <p:cNvSpPr txBox="1"/>
          <p:nvPr/>
        </p:nvSpPr>
        <p:spPr>
          <a:xfrm>
            <a:off x="6115050" y="1130300"/>
            <a:ext cx="5715000" cy="4064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875" b="1">
                <a:solidFill>
                  <a:srgbClr val="080808"/>
                </a:solidFill>
                <a:latin typeface="Pretendard"/>
                <a:ea typeface="Pretendard"/>
              </a:rPr>
              <a:t>[오른쪽 이미지 제목]</a:t>
            </a:r>
          </a:p>
        </p:txBody>
      </p:sp>
      <p:sp>
        <p:nvSpPr>
          <p:cNvPr id="8" name="LeftImageSlot"/>
          <p:cNvSpPr txBox="1"/>
          <p:nvPr/>
        </p:nvSpPr>
        <p:spPr>
          <a:xfrm>
            <a:off x="342900" y="1625600"/>
            <a:ext cx="5334000" cy="43688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600" b="1">
                <a:solidFill>
                  <a:srgbClr val="080808"/>
                </a:solidFill>
                <a:latin typeface="Pretendard"/>
                <a:ea typeface="Pretendard"/>
              </a:rPr>
              <a:t>이미지 영역</a:t>
            </a:r>
          </a:p>
        </p:txBody>
      </p:sp>
      <p:sp>
        <p:nvSpPr>
          <p:cNvPr id="9" name="RightImageSlot"/>
          <p:cNvSpPr txBox="1"/>
          <p:nvPr/>
        </p:nvSpPr>
        <p:spPr>
          <a:xfrm>
            <a:off x="6115050" y="1625600"/>
            <a:ext cx="5715000" cy="43688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1600" b="1">
                <a:solidFill>
                  <a:srgbClr val="080808"/>
                </a:solidFill>
                <a:latin typeface="Pretendard"/>
                <a:ea typeface="Pretendard"/>
              </a:rPr>
              <a:t>이미지 영역</a:t>
            </a:r>
          </a:p>
        </p:txBody>
      </p:sp>
      <p:sp>
        <p:nvSpPr>
          <p:cNvPr id="10" name="Caption"/>
          <p:cNvSpPr txBox="1"/>
          <p:nvPr/>
        </p:nvSpPr>
        <p:spPr>
          <a:xfrm>
            <a:off x="342900" y="6159500"/>
            <a:ext cx="11487150" cy="355600"/>
          </a:xfrm>
          <a:prstGeom prst="rect">
            <a:avLst/>
          </a:prstGeom>
          <a:noFill/>
        </p:spPr>
        <p:txBody>
          <a:bodyPr wrap="square" lIns="19050" rIns="1905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800" b="1">
                <a:solidFill>
                  <a:srgbClr val="080808"/>
                </a:solidFill>
                <a:latin typeface="Pretendard"/>
                <a:ea typeface="Pretendard"/>
              </a:rPr>
              <a:t>• 비교의 핵심 메시지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공통 발표 템플릿 · week4 디자인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ko-KR</dc:language>
</cp:coreProperties>
</file>