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BB165-2344-4539-AB3C-05A1A1D2D529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FE730-17D6-4FE5-8FAA-7862828E2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29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55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이미지 두 개</a:t>
            </a:r>
            <a:r>
              <a:rPr lang="en-US" altLang="ko-KR"/>
              <a:t>]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08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54" y="1473200"/>
            <a:ext cx="5334000" cy="381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왼쪽 이미지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5946" y="1473200"/>
            <a:ext cx="5334000" cy="381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18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오른쪽 이미지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054" y="5549900"/>
            <a:ext cx="11327892" cy="3683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이미지와 자료에서 확인한 핵심 내용</a:t>
            </a:r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E1B508-17BE-9AF5-FC27-EBC7D19B1344}"/>
              </a:ext>
            </a:extLst>
          </p:cNvPr>
          <p:cNvSpPr/>
          <p:nvPr/>
        </p:nvSpPr>
        <p:spPr>
          <a:xfrm>
            <a:off x="432054" y="1981200"/>
            <a:ext cx="5334000" cy="3302000"/>
          </a:xfrm>
          <a:prstGeom prst="rect">
            <a:avLst/>
          </a:prstGeom>
          <a:gradFill flip="none" rotWithShape="1">
            <a:gsLst>
              <a:gs pos="0">
                <a:srgbClr val="F5F5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>
                <a:solidFill>
                  <a:srgbClr val="444444"/>
                </a:solidFill>
                <a:latin typeface="맑은 고딕" panose="020B0503020000020004" pitchFamily="50" charset="-127"/>
              </a:rPr>
              <a:t>이미지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AAD82F-5F45-65C9-2C55-137A30980A05}"/>
              </a:ext>
            </a:extLst>
          </p:cNvPr>
          <p:cNvSpPr/>
          <p:nvPr/>
        </p:nvSpPr>
        <p:spPr>
          <a:xfrm>
            <a:off x="6425946" y="1981200"/>
            <a:ext cx="5334000" cy="3302000"/>
          </a:xfrm>
          <a:prstGeom prst="rect">
            <a:avLst/>
          </a:prstGeom>
          <a:gradFill flip="none" rotWithShape="1">
            <a:gsLst>
              <a:gs pos="0">
                <a:srgbClr val="F5F5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>
                <a:solidFill>
                  <a:srgbClr val="444444"/>
                </a:solidFill>
                <a:latin typeface="맑은 고딕" panose="020B0503020000020004" pitchFamily="50" charset="-127"/>
              </a:rPr>
              <a:t>이미지 영역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Office PowerPoint</Application>
  <PresentationFormat>와이드스크린</PresentationFormat>
  <Paragraphs>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김민재</cp:lastModifiedBy>
  <cp:revision>3</cp:revision>
  <dcterms:created xsi:type="dcterms:W3CDTF">2013-01-27T09:14:16Z</dcterms:created>
  <dcterms:modified xsi:type="dcterms:W3CDTF">2026-10-11T15:37:30Z</dcterms:modified>
  <cp:category/>
</cp:coreProperties>
</file>