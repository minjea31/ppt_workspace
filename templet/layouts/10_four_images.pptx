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[이미지 네 개와 비교 결과]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[조건 1]</a:t>
            </a:r>
          </a:p>
        </p:txBody>
      </p:sp>
      <p:sp>
        <p:nvSpPr>
          <p:cNvPr id="7" name="ImageSlot1"/>
          <p:cNvSpPr txBox="1"/>
          <p:nvPr/>
        </p:nvSpPr>
        <p:spPr>
          <a:xfrm>
            <a:off x="342900" y="1473200"/>
            <a:ext cx="2667000" cy="2717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080808"/>
                </a:solidFill>
                <a:latin typeface="Pretendard"/>
                <a:ea typeface="Pretendard"/>
              </a:rPr>
              <a:t>이미지 영역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[조건 2]</a:t>
            </a:r>
          </a:p>
        </p:txBody>
      </p:sp>
      <p:sp>
        <p:nvSpPr>
          <p:cNvPr id="9" name="ImageSlot2"/>
          <p:cNvSpPr txBox="1"/>
          <p:nvPr/>
        </p:nvSpPr>
        <p:spPr>
          <a:xfrm>
            <a:off x="3214687" y="1473200"/>
            <a:ext cx="2667000" cy="2717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080808"/>
                </a:solidFill>
                <a:latin typeface="Pretendard"/>
                <a:ea typeface="Pretendard"/>
              </a:rPr>
              <a:t>이미지 영역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[조건 3]</a:t>
            </a:r>
          </a:p>
        </p:txBody>
      </p:sp>
      <p:sp>
        <p:nvSpPr>
          <p:cNvPr id="11" name="ImageSlot3"/>
          <p:cNvSpPr txBox="1"/>
          <p:nvPr/>
        </p:nvSpPr>
        <p:spPr>
          <a:xfrm>
            <a:off x="6086475" y="1473200"/>
            <a:ext cx="2667000" cy="2717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080808"/>
                </a:solidFill>
                <a:latin typeface="Pretendard"/>
                <a:ea typeface="Pretendard"/>
              </a:rPr>
              <a:t>이미지 영역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[조건 4]</a:t>
            </a:r>
          </a:p>
        </p:txBody>
      </p:sp>
      <p:sp>
        <p:nvSpPr>
          <p:cNvPr id="13" name="ImageSlot4"/>
          <p:cNvSpPr txBox="1"/>
          <p:nvPr/>
        </p:nvSpPr>
        <p:spPr>
          <a:xfrm>
            <a:off x="8958262" y="1473200"/>
            <a:ext cx="2667000" cy="2717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080808"/>
                </a:solidFill>
                <a:latin typeface="Pretendard"/>
                <a:ea typeface="Pretendard"/>
              </a:rPr>
              <a:t>이미지 영역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[같은 대상의 조건별 비교]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조건별 핵심 수치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비교 결과와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