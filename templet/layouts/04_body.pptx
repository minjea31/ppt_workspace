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[본문 제목]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ExplanationBox"/>
          <p:cNvSpPr/>
          <p:nvPr/>
        </p:nvSpPr>
        <p:spPr>
          <a:xfrm>
            <a:off x="257175" y="1085850"/>
            <a:ext cx="11677650" cy="5257800"/>
          </a:xfrm>
          <a:prstGeom prst="roundRect">
            <a:avLst>
              <a:gd name="adj" fmla="val 6000"/>
            </a:avLst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planationBoxInterior"/>
          <p:cNvSpPr/>
          <p:nvPr/>
        </p:nvSpPr>
        <p:spPr>
          <a:xfrm>
            <a:off x="409575" y="1238250"/>
            <a:ext cx="11372850" cy="495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"/>
          <p:cNvSpPr txBox="1"/>
          <p:nvPr/>
        </p:nvSpPr>
        <p:spPr>
          <a:xfrm>
            <a:off x="561975" y="1390650"/>
            <a:ext cx="11068050" cy="46482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핵심 메시지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근거와 설명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비교 결과</a:t>
            </a:r>
            <a:br/>
            <a:r>
              <a:rPr sz="2200" b="1">
                <a:solidFill>
                  <a:srgbClr val="080808"/>
                </a:solidFill>
                <a:latin typeface="Pretendard"/>
                <a:ea typeface="Pretendard"/>
              </a:rPr>
              <a:t>• 결론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공통 발표 템플릿 · week4 디자인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