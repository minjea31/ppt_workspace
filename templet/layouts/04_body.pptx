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9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EBB165-2344-4539-AB3C-05A1A1D2D529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FE730-17D6-4FE5-8FAA-7862828E2F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290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FE730-17D6-4FE5-8FAA-7862828E2FA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935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1C5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54" y="432054"/>
            <a:ext cx="11327892" cy="5588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rPr lang="en-US" altLang="ko-KR"/>
              <a:t>[</a:t>
            </a:r>
            <a:r>
              <a:rPr lang="ko-KR" altLang="en-US"/>
              <a:t>본문 제목</a:t>
            </a:r>
            <a:r>
              <a:rPr lang="en-US" altLang="ko-KR"/>
              <a:t>]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2054" y="6197346"/>
            <a:ext cx="1016000" cy="2286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  <a:defRPr sz="1125" b="0">
                <a:solidFill>
                  <a:srgbClr val="777777"/>
                </a:solidFill>
                <a:latin typeface="맑은 고딕"/>
              </a:defRPr>
            </a:pPr>
            <a:r>
              <a:rPr lang="en-US" altLang="ko-KR"/>
              <a:t>04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40746" y="6006845"/>
            <a:ext cx="1219200" cy="4191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 algn="r">
              <a:lnSpc>
                <a:spcPct val="130000"/>
              </a:lnSpc>
              <a:defRPr sz="2250" b="1">
                <a:solidFill>
                  <a:srgbClr val="BE1551"/>
                </a:solidFill>
                <a:latin typeface="Arial"/>
              </a:defRPr>
            </a:pPr>
            <a:r>
              <a:t>CBNU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54" y="1803400"/>
            <a:ext cx="11327892" cy="3810000"/>
          </a:xfrm>
          <a:prstGeom prst="rect">
            <a:avLst/>
          </a:prstGeom>
          <a:noFill/>
        </p:spPr>
        <p:txBody>
          <a:bodyPr wrap="square" lIns="19050" tIns="0" rIns="19050" bIns="0">
            <a:no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575" b="1">
                <a:solidFill>
                  <a:srgbClr val="080808"/>
                </a:solidFill>
                <a:latin typeface="맑은 고딕"/>
              </a:defRPr>
            </a:pPr>
            <a:r>
              <a:rPr lang="en-US" altLang="ko-KR" sz="2200"/>
              <a:t>• </a:t>
            </a:r>
            <a:r>
              <a:rPr lang="ko-KR" altLang="en-US" sz="2200"/>
              <a:t>핵심 메시지
</a:t>
            </a:r>
            <a:r>
              <a:rPr lang="en-US" altLang="ko-KR" sz="2200"/>
              <a:t>• </a:t>
            </a:r>
            <a:r>
              <a:rPr lang="ko-KR" altLang="en-US" sz="2200"/>
              <a:t>근거와 필요한 설명
</a:t>
            </a:r>
            <a:r>
              <a:rPr lang="en-US" altLang="ko-KR" sz="2200"/>
              <a:t>• </a:t>
            </a:r>
            <a:r>
              <a:rPr lang="ko-KR" altLang="en-US" sz="2200"/>
              <a:t>의미가 분명한 짧은 항목
</a:t>
            </a:r>
            <a:r>
              <a:rPr lang="en-US" altLang="ko-KR" sz="2200"/>
              <a:t>• </a:t>
            </a:r>
            <a:r>
              <a:rPr lang="ko-KR" altLang="en-US" sz="2200"/>
              <a:t>보충 내용 또는 다음 단계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</Words>
  <Application>Microsoft Office PowerPoint</Application>
  <PresentationFormat>와이드스크린</PresentationFormat>
  <Paragraphs>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김민재</cp:lastModifiedBy>
  <cp:revision>3</cp:revision>
  <dcterms:created xsi:type="dcterms:W3CDTF">2013-01-27T09:14:16Z</dcterms:created>
  <dcterms:modified xsi:type="dcterms:W3CDTF">2026-10-11T15:37:26Z</dcterms:modified>
  <cp:category/>
</cp:coreProperties>
</file>